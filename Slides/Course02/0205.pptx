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B54E-A7FE-C2C0-3D68-F1096A49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139A90-005B-0CD9-BA8A-5EE7F654FDFC}"/>
              </a:ext>
            </a:extLst>
          </p:cNvPr>
          <p:cNvSpPr txBox="1"/>
          <p:nvPr/>
        </p:nvSpPr>
        <p:spPr>
          <a:xfrm>
            <a:off x="4124077" y="182880"/>
            <a:ext cx="3707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3C2D1E"/>
                </a:solidFill>
                <a:latin typeface="Microsoft YaHei"/>
              </a:rPr>
              <a:t>課程大綱與目標</a:t>
            </a:r>
            <a:endParaRPr sz="3600" b="1" i="0" dirty="0">
              <a:solidFill>
                <a:srgbClr val="3C2D1E"/>
              </a:solidFill>
              <a:latin typeface="Microsoft YaHei"/>
            </a:endParaRP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543E5B64-9D75-3C52-BED5-3E24006F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9" y="850569"/>
            <a:ext cx="6824870" cy="56873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596792E-3763-B3E9-0C64-A1170BC5B1E8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0FEB6E-6FC5-39B3-06CD-DCF1B6C475AC}"/>
              </a:ext>
            </a:extLst>
          </p:cNvPr>
          <p:cNvSpPr txBox="1"/>
          <p:nvPr/>
        </p:nvSpPr>
        <p:spPr>
          <a:xfrm>
            <a:off x="731520" y="653796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 err="1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模組</a:t>
            </a:r>
            <a:r>
              <a:rPr lang="zh-TW" altLang="en-US" sz="1100" b="0" i="0" dirty="0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</a:t>
            </a:r>
            <a:r>
              <a:rPr sz="1100" b="0" i="0" dirty="0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TW" altLang="en-US" sz="1100" dirty="0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代理型環境架構論</a:t>
            </a:r>
            <a:endParaRPr sz="1100" b="0" i="0" dirty="0">
              <a:solidFill>
                <a:srgbClr val="B48C5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823D45-66AD-5171-430C-6F45B21FFEBD}"/>
              </a:ext>
            </a:extLst>
          </p:cNvPr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P2</a:t>
            </a:r>
          </a:p>
        </p:txBody>
      </p:sp>
      <p:sp>
        <p:nvSpPr>
          <p:cNvPr id="3" name="箭號: 向右 2">
            <a:extLst>
              <a:ext uri="{FF2B5EF4-FFF2-40B4-BE49-F238E27FC236}">
                <a16:creationId xmlns:a16="http://schemas.microsoft.com/office/drawing/2014/main" id="{212A4562-13B7-B355-D799-9181323BC64C}"/>
              </a:ext>
            </a:extLst>
          </p:cNvPr>
          <p:cNvSpPr/>
          <p:nvPr/>
        </p:nvSpPr>
        <p:spPr>
          <a:xfrm>
            <a:off x="3167270" y="4430012"/>
            <a:ext cx="470452" cy="2915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805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A2B"/>
                </a:solidFill>
                <a:latin typeface="Microsoft YaHei"/>
              </a:rPr>
              <a:t>2026 VIBE CODING 理論體系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C2D1E"/>
                </a:solidFill>
                <a:latin typeface="Microsoft YaHei"/>
              </a:rPr>
              <a:t>代理驗證理論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5037"/>
                </a:solidFill>
                <a:latin typeface="Microsoft YaHei"/>
              </a:rPr>
              <a:t>模組五：驗證而非閱讀 — 認知的範式轉移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5037"/>
                </a:solidFill>
                <a:latin typeface="Microsoft YaHei"/>
              </a:rPr>
              <a:t>人類不應審核 AI 的過程，而應審核 AI 的「證明」。
如果 AI 能生成證明其程式碼正確的測試結果，我們就不需要親自閱讀那五百行程式碼。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91440" cy="9144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B5A2B"/>
                </a:solidFill>
                <a:latin typeface="Microsoft YaHei"/>
              </a:rPr>
              <a:t>「驗證行為，而非審查實現」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驗證 vs 閱讀的效率差異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為什麼驗證比閱讀更可靠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閱讀的問題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人類閱讀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容易疲勞和遺漏</a:t>
            </a:r>
            <a:endParaRPr sz="1600" b="0" i="0" dirty="0">
              <a:solidFill>
                <a:srgbClr val="3C2D1E"/>
              </a:solidFill>
              <a:latin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驗證的優勢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自動化、可重複、客觀一致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效率比較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驗證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 1000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個測試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 vs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閱讀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 1000 行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endParaRPr sz="1600" b="0" i="0" dirty="0">
              <a:solidFill>
                <a:srgbClr val="3C2D1E"/>
              </a:solidFill>
              <a:latin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認知轉變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從「我看過了」到「測試通過了」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黑盒驗證的哲學基礎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行為比實現更接近真實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核心論點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軟體的行為（做什麼）比實現（怎麼寫）更重要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邊界界定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通過行為測試來界定軟體的邊界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實用主義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只要行為正確，內部實現可以是黑盒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AI 時代意義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我們不需要理解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 AI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寫的每一行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endParaRPr sz="1600" b="0" i="0" dirty="0">
              <a:solidFill>
                <a:srgbClr val="3C2D1E"/>
              </a:solidFill>
              <a:latin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測試金字塔的重構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AI 時代的測試策略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3657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8C5A"/>
                </a:solidFill>
                <a:latin typeface="Microsoft YaHei"/>
              </a:rPr>
              <a:t>傳統金字塔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大量單元測試
• 適量整合測試
• 少量端到端測試
• 人工編寫為主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36576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3657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A2B"/>
                </a:solidFill>
                <a:latin typeface="Microsoft YaHei"/>
              </a:rPr>
              <a:t>AI 時代金字塔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AI 生成單元測試
• 行為驅動測試
• 契約測試增加
• 人工定義驗收標準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AI 生成測試的可信度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如何信任 AI 寫的測試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循環問題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如果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 AI 寫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又寫測試，誰來驗證測試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解決方案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人類定義測試案例，AI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實現測試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endParaRPr sz="1600" b="0" i="0" dirty="0">
              <a:solidFill>
                <a:srgbClr val="3C2D1E"/>
              </a:solidFill>
              <a:latin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交叉驗證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使用不同模型分別生成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和測試</a:t>
            </a:r>
            <a:endParaRPr sz="1600" b="0" i="0" dirty="0">
              <a:solidFill>
                <a:srgbClr val="3C2D1E"/>
              </a:solidFill>
              <a:latin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邊界約束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人類負責定義邊界條件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Property-Based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基於屬性的測試策略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核心思想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定義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應該滿足的「屬性」而非具體案例</a:t>
            </a:r>
            <a:endParaRPr sz="1600" b="0" i="0" dirty="0">
              <a:solidFill>
                <a:srgbClr val="3C2D1E"/>
              </a:solidFill>
              <a:latin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AI 友好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AI 擅長生成滿足屬性的測試數據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覆蓋率高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自動生成大量邊界案例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發現漏洞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比手寫測試更容易發現邊界錯誤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P66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形式化驗證的可能性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數學證明程式碼正確性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3657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8C5A"/>
                </a:solidFill>
                <a:latin typeface="Microsoft YaHei"/>
              </a:rPr>
              <a:t>傳統限制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成本高昂
• 僅適用關鍵系統
• 需要專業人才
• 規格撰寫困難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36576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3657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A2B"/>
                </a:solidFill>
                <a:latin typeface="Microsoft YaHei"/>
              </a:rPr>
              <a:t>AI 帶來的變革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AI 協助撰寫規格
• 自動化驗證流程
• 成本大幅降低
• 更廣泛應用可能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P67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契約式設計 (Design by Contract)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前置條件、後置條件、不變量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前置條件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函數被呼叫前必須滿足的條件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後置條件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函數執行後保證的結果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不變量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整個執行過程中恆成立的條件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AI 角色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AI 可以自動推導和驗證這些契約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運行時驗證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在生產環境中持續驗證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監控斷言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關鍵路徑加入運行時檢查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異常檢測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AI 識別異常行為模式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自動回滾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驗證失敗時自動回滾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持續學習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從生產數據改進驗證規則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驗證的成本與收益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投資回報分析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3657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8C5A"/>
                </a:solidFill>
                <a:latin typeface="Microsoft YaHei"/>
              </a:rPr>
              <a:t>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C2D1E"/>
                </a:solidFill>
                <a:latin typeface="Microsoft YaHei"/>
              </a:rPr>
              <a:t>•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測試編寫時間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
•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基礎設施投入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
•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維護測試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
•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學習新方法論</a:t>
            </a:r>
            <a:endParaRPr sz="1600" b="0" i="0" dirty="0">
              <a:solidFill>
                <a:srgbClr val="3C2D1E"/>
              </a:solidFill>
              <a:latin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36576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3657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A2B"/>
                </a:solidFill>
                <a:latin typeface="Microsoft YaHei"/>
              </a:rPr>
              <a:t>收益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減少 bug 修復成本
• 提高發布信心
• 降低審查負擔
• 支持頻繁重構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變異測試 (Mutation Testing)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測試「測試」的有效性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故意在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中引入錯誤，看測試能否發現</a:t>
            </a:r>
            <a:endParaRPr sz="1600" b="0" i="0" dirty="0">
              <a:solidFill>
                <a:srgbClr val="3C2D1E"/>
              </a:solidFill>
              <a:latin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變異被殺死的比例 = 測試有效性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AI 應用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AI 可以智能生成有意義的變異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價值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確保測試真的在驗證行為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P71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視覺回歸測試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UI 層面的驗證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截圖比對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自動比較 UI 變化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AI 智能比對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區分有意改動和無意 bug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跨瀏覽器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自動在多環境驗證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設計稿比對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與設計稿自動對照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性能驗證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非功能性需求的自動化驗證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基準測試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建立性能基線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回歸檢測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自動發現性能退化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負載測試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模擬真實流量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AI 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智能識別性能瓶頸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P73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安全性驗證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自動化安全測試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靜態分析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C2D1E"/>
                </a:solidFill>
                <a:latin typeface="Microsoft YaHei"/>
              </a:rPr>
              <a:t>AI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輔助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安全審查</a:t>
            </a:r>
            <a:endParaRPr sz="1600" b="0" i="0" dirty="0">
              <a:solidFill>
                <a:srgbClr val="3C2D1E"/>
              </a:solidFill>
              <a:latin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動態掃描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自動化滲透測試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依賴審計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第三方庫漏洞檢測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合規檢查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自動化合規驗證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P74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模組五小結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91440" cy="1371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模組結論：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241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驗證是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 Vibe Coding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的安全網。我們不需要理解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 AI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寫的每一行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，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但我們需要確保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的行為符合預期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118872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核心轉變：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從「閱讀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程式碼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」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到「驗證行為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」
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從「理解實現」到「確認結果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91440" cy="73152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A064"/>
                </a:solidFill>
                <a:latin typeface="Microsoft YaHei"/>
              </a:rPr>
              <a:t>下一模組：Vibe Coding 的社會與經濟影響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模組五：代理驗證理論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428</Words>
  <Application>Microsoft Office PowerPoint</Application>
  <PresentationFormat>寬螢幕</PresentationFormat>
  <Paragraphs>162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Microsoft YaHei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joshhu</cp:lastModifiedBy>
  <cp:revision>3</cp:revision>
  <dcterms:created xsi:type="dcterms:W3CDTF">2013-01-27T09:14:16Z</dcterms:created>
  <dcterms:modified xsi:type="dcterms:W3CDTF">2026-01-13T13:51:00Z</dcterms:modified>
  <cp:category/>
</cp:coreProperties>
</file>