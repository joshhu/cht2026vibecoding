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72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VIBE CODING 理論體系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的核心能力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模組0：從開發到部署的全面能力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不只會寫程式，更是一個完整的開發工程師，從環境設置到雲端部署都能勝任。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229600" cy="73152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474720"/>
            <a:ext cx="91440" cy="73152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「讓 AI 成為你的全端工程師。」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的七大核心能力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05840"/>
            <a:ext cx="73152" cy="5486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安裝開發環境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npm, uv, uvx, uvicorn 等，根據 AI 優先戰略配置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73152" cy="54864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51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撰寫程式碼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能寫數萬個程式檔案，理解檔案間的關聯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73152" cy="54864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自動偵錯與修改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1984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根據專案文件同時修改多個相關程式碼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691640"/>
            <a:ext cx="73152" cy="5486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TDD 測試優先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984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先寫測試再寫程式，保證測試覆蓋率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377440"/>
            <a:ext cx="73152" cy="548640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7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重構舊程式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26700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重構是 Agent 的重要能力，不只寫新程式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37744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377440"/>
            <a:ext cx="73152" cy="54864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Staging 與 Deploy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26700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部署到 GitHub、Vercel、Replit、Heroku 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8229600" cy="54864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154680"/>
            <a:ext cx="73152" cy="5486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200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持續迭代循環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程式開發是不斷迭代的過程，Agent 幫你完成整個循環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安裝開發環境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根據 AI 優先戰略配置開發環境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840480" cy="7772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73152" cy="7772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533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16276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能自動識別專案需求，安裝並配置完整的開發環境。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840480" cy="77724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94560"/>
            <a:ext cx="73152" cy="77724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677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優先戰略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25420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選擇最適合 AI 協作的工具鏈，優化人機協作效率。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常用工具與框架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0299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套件管理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64592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 / uvx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0299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套件管理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32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uvicorn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807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ASGI 伺服器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4231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532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807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容器化環境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35844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版本控制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20040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6B5344"/>
          </a:solidFill>
          <a:ln w="12700">
            <a:solidFill>
              <a:srgbClr val="6B5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35844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開發環境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撰寫程式碼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能寫數萬個程式，理解檔案之間的聯繫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4114800" cy="68580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73152" cy="68580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07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大規模程式碼生成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不只是一個檔案，可以同時生成數千甚至數萬個程式檔案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4114800" cy="68580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73152" cy="68580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84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理解檔案關聯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知道每個檔案的用途及相互依賴關係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4114800" cy="68580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88920"/>
            <a:ext cx="73152" cy="68580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62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多語言支援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3136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Python、JavaScript、TypeScript、Go、Rust 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63612" y="1243584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專案結構視覺化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783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231136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2677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components/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57657" y="2242390"/>
            <a:ext cx="983566" cy="320040"/>
          </a:xfrm>
          <a:prstGeom prst="roundRect">
            <a:avLst>
              <a:gd name="adj" fmla="val 14286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258568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utils/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72229" y="2234653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935" y="22448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api/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6974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715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Button.tsx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69748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715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Modal.tsx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06324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081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helpers.ts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40880" y="306324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3081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client.ts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理解整個專案的架構與依賴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自動偵錯與修改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根據專案文件同時修改多個相關程式碼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偵測錯誤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1280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定位關聯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040880" y="12801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同步修改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1965960"/>
            <a:ext cx="2697480" cy="12801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965960"/>
            <a:ext cx="73152" cy="128016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指導文件導向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根據 README、設計文件、架構說明進行修改，確保符合專案規範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1965960"/>
            <a:ext cx="2697480" cy="12801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965960"/>
            <a:ext cx="73152" cy="128016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跨檔案修改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47872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當一個檔案需要修改時，自動找出所有相關檔案並同步更新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965960"/>
            <a:ext cx="2697480" cy="12801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965960"/>
            <a:ext cx="73152" cy="128016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自我修正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2512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執行後發現錯誤會自動嘗試修復，持續迭代直到成功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8229600" cy="59436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383280"/>
            <a:ext cx="73152" cy="59436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「Agent 不只修改單一檔案，而是理解整個系統的連動關係。」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TDD 測試優先開發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先寫測試再寫程式，保證測試覆蓋率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 循環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7373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C9544D"/>
          </a:solidFill>
          <a:ln w="12700">
            <a:solidFill>
              <a:srgbClr val="C95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8105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先寫失敗的測試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377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25146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5877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寫程式讓測試通過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2918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3649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重構程式碼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 的優勢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554480"/>
            <a:ext cx="73152" cy="54864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品質保證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測試覆蓋率達到設定標準，確保程式碼品質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76272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176272"/>
            <a:ext cx="73152" cy="54864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2219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設計驅動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測試先行迫使 Agent 思考介面設計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798064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798064"/>
            <a:ext cx="73152" cy="54864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8437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回歸防護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090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修改程式時自動檢測是否破壞現有功能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9856"/>
            <a:ext cx="4023360" cy="54864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419856"/>
            <a:ext cx="73152" cy="548640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465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7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文件作用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9472" y="37124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測試案例就是最好的使用說明文件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重構舊程式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重構是 Agent 的重要能力，不只寫新程式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EF3F3"/>
          </a:solidFill>
          <a:ln w="12700">
            <a:solidFill>
              <a:srgbClr val="C95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73152" cy="1234440"/>
          </a:xfrm>
          <a:prstGeom prst="rect">
            <a:avLst/>
          </a:prstGeom>
          <a:solidFill>
            <a:srgbClr val="C9544D"/>
          </a:solidFill>
          <a:ln w="12700">
            <a:solidFill>
              <a:srgbClr val="C95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5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重構前 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重複的程式碼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過長的函式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複雜的巢狀結構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缺乏型別定義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3FEF3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1234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97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重構後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2971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可重用的模組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單一職責函式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清晰的結構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完整的型別系統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重構能力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4023360" cy="5943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54480"/>
            <a:ext cx="73152" cy="59436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27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架構升級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從單體架構轉向微服務、模組化設計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4023360" cy="5943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221992"/>
            <a:ext cx="73152" cy="59436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295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技術遷移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25420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轉 TypeScript、REST 轉 GraphQL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889504"/>
            <a:ext cx="4023360" cy="5943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889504"/>
            <a:ext cx="73152" cy="59436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9626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效能優化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2095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識別瓶頸、優化演算法、減少資源消耗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57016"/>
            <a:ext cx="4023360" cy="5943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557016"/>
            <a:ext cx="73152" cy="594360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6301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7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程式碼品質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9472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 code smell、提高可讀性與維護性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Staging 與 Deploy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部署到雲端或私有雲平台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8229600" cy="50292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73152" cy="50292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53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只要提供 Access Token 或連接方式，Agent 就能自動化整個部署流程。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057400"/>
            <a:ext cx="731520" cy="731520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版本控制與 CI/CD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92024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05740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8600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前端部署平台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192024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057400"/>
            <a:ext cx="731520" cy="731520"/>
          </a:xfrm>
          <a:prstGeom prst="ellipse">
            <a:avLst/>
          </a:prstGeom>
          <a:solidFill>
            <a:srgbClr val="F26207"/>
          </a:solidFill>
          <a:ln w="12700">
            <a:solidFill>
              <a:srgbClr val="F262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2336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線上開發與部署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92024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057400"/>
            <a:ext cx="731520" cy="731520"/>
          </a:xfrm>
          <a:prstGeom prst="ellipse">
            <a:avLst/>
          </a:prstGeom>
          <a:solidFill>
            <a:srgbClr val="430098"/>
          </a:solidFill>
          <a:ln w="12700">
            <a:solidFill>
              <a:srgbClr val="4300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6072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Heroku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雲端應用平台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192024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057400"/>
            <a:ext cx="731520" cy="73152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9808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私有雲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/ GCP / Azure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97280" y="37490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3749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834640" y="37490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0" y="3749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0" y="37490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749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9360" y="37490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持續迭代循環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程式開發是不斷迭代的過程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環境設置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4173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21992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撰寫程式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14173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21024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偵錯修改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4173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0056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測試驗證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4173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19088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重構優化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53528" y="14173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18120" y="1417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1508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部署上線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↻ 持續循環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2697480" cy="10515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743200"/>
            <a:ext cx="73152" cy="105156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自動化驅動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自動執行每個步驟，人類專注於決策與監督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2743200"/>
            <a:ext cx="2697480" cy="10515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2743200"/>
            <a:ext cx="73152" cy="1051560"/>
          </a:xfrm>
          <a:prstGeom prst="rect">
            <a:avLst/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快速回饋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47872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每次迭代都能快速得到結果，加速開發週期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697480" cy="1051560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743200"/>
            <a:ext cx="73152" cy="1051560"/>
          </a:xfrm>
          <a:prstGeom prst="rect">
            <a:avLst/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持續改進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82512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每次循環都讓程式更完善，品質不斷提升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38912"/>
          </a:xfrm>
          <a:prstGeom prst="rect">
            <a:avLst/>
          </a:prstGeom>
          <a:solidFill>
            <a:srgbClr val="F5EEE4"/>
          </a:solidFill>
          <a:ln w="12700">
            <a:solidFill>
              <a:srgbClr val="F5E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18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模組</a:t>
            </a:r>
            <a:r>
              <a:rPr lang="en-US" altLang="zh-TW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00" dirty="0">
                <a:solidFill>
                  <a:srgbClr val="B48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：Coding Agent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718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VIBE CODING 理論體系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C2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總結：全面的開發夥伴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5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不只是程式碼生成器，而是一個能夠理解、執行、測試、部署的全端開發夥伴。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安裝開發環境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3746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重構舊程式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B48C5A"/>
          </a:solidFill>
          <a:ln w="12700">
            <a:solidFill>
              <a:srgbClr val="B48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撰寫程式碼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Staging 與 Deploy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C8A064"/>
          </a:solidFill>
          <a:ln w="12700">
            <a:solidFill>
              <a:srgbClr val="C8A0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18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自動偵錯修改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6B5344"/>
          </a:solidFill>
          <a:ln w="12700">
            <a:solidFill>
              <a:srgbClr val="6B5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218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持續迭代循環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TDD 測試優先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70332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↻ 完整開發週期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8229600" cy="594360"/>
          </a:xfrm>
          <a:prstGeom prst="rect">
            <a:avLst/>
          </a:prstGeom>
          <a:solidFill>
            <a:srgbClr val="EBE1D2"/>
          </a:solidFill>
          <a:ln w="12700">
            <a:solidFill>
              <a:srgbClr val="EBE1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40480"/>
            <a:ext cx="91440" cy="594360"/>
          </a:xfrm>
          <a:prstGeom prst="rect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「從想法到產品，Agent 陪你走完每一步。」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511</Words>
  <Application>Microsoft Office PowerPoint</Application>
  <PresentationFormat>如螢幕大小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Agent 的核心能力</dc:title>
  <dc:subject>模組二：從開發到部署的全面能力</dc:subject>
  <dc:creator>2026 VIBE CODING</dc:creator>
  <cp:lastModifiedBy>joshhu</cp:lastModifiedBy>
  <cp:revision>4</cp:revision>
  <dcterms:created xsi:type="dcterms:W3CDTF">2026-01-13T15:38:25Z</dcterms:created>
  <dcterms:modified xsi:type="dcterms:W3CDTF">2026-01-20T15:55:27Z</dcterms:modified>
</cp:coreProperties>
</file>