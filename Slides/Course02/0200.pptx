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728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VIBE CODING 理論體系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Coding Agent 的核心能力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模組二：從開發到部署的全面能力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Coding Agent 不只會寫程式，更是一個完整的開發工程師，從環境設置到雲端部署都能勝任。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8229600" cy="731520"/>
          </a:xfrm>
          <a:prstGeom prst="rect">
            <a:avLst/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474720"/>
            <a:ext cx="91440" cy="73152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「讓 AI 成為你的全端工程師。」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Coding Agent 的七大核心能力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00584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73152" cy="54864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051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安裝開發環境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2984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npm, uv, uvx, uvicorn 等，根據 AI 優先戰略配置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005840"/>
            <a:ext cx="73152" cy="54864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051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撰寫程式碼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2984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能寫數萬個程式檔案，理解檔案間的關聯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169164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7373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A0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自動偵錯與修改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19842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根據專案文件同時修改多個相關程式碼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69164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691640"/>
            <a:ext cx="73152" cy="54864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7373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5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TDD 測試優先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19842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先寫測試再寫程式，保證測試覆蓋率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237744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2377440"/>
            <a:ext cx="73152" cy="548640"/>
          </a:xfrm>
          <a:prstGeom prst="rect">
            <a:avLst/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24231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7C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重構舊程式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26700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重構是 Agent 的重要能力，不只寫新程式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37744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2377440"/>
            <a:ext cx="73152" cy="548640"/>
          </a:xfrm>
          <a:prstGeom prst="rect">
            <a:avLst/>
          </a:prstGeom>
          <a:solidFill>
            <a:srgbClr val="8B7355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4231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3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Staging 與 Deploy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26700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部署到 GitHub、Vercel、Replit、Heroku 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3154680"/>
            <a:ext cx="8229600" cy="548640"/>
          </a:xfrm>
          <a:prstGeom prst="rect">
            <a:avLst/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154680"/>
            <a:ext cx="73152" cy="54864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32004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持續迭代循環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程式開發是不斷迭代的過程，Agent 幫你完成整個循環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安裝開發環境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根據 AI 優先戰略配置開發環境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840480" cy="7772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80160"/>
            <a:ext cx="73152" cy="77724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5331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162763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Coding Agent 能自動識別專案需求，安裝並配置完整的開發環境。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840480" cy="777240"/>
          </a:xfrm>
          <a:prstGeom prst="rect">
            <a:avLst/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194560"/>
            <a:ext cx="73152" cy="77724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26771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優先戰略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54203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選擇最適合 AI 協作的工具鏈，優化人機協作效率。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常用工具與框架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64592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755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202996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Node.js 套件管理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164592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uv / uvx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66560" y="202996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套件管理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42316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5328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uvicorn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0" y="280720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ASGI 伺服器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0" y="242316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25328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66560" y="280720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容器化環境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2004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8B7355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3101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754880" y="358444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版本控制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66560" y="32004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6B5344"/>
          </a:solidFill>
          <a:ln w="12700">
            <a:solidFill>
              <a:srgbClr val="6B53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33101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 Code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66560" y="358444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開發環境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撰寫程式碼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能寫數萬個程式，理解檔案之間的聯繫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4114800" cy="68580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34440"/>
            <a:ext cx="73152" cy="68580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0759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大規模程式碼生成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15819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不只是一個檔案，可以同時生成數千甚至數萬個程式檔案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011680"/>
            <a:ext cx="4114800" cy="68580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73152" cy="68580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08483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理解檔案關聯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3591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知道每個檔案的用途及相互依賴關係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4114800" cy="68580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788920"/>
            <a:ext cx="73152" cy="685800"/>
          </a:xfrm>
          <a:prstGeom prst="rect">
            <a:avLst/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86207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A0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多語言支援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" y="31363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Python、JavaScript、TypeScript、Go、Rust 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46320" y="123444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專案結構視覺化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09360" y="173736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7830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212080" y="224028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12080" y="226771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components/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224028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226771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utils/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63840" y="224028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226771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api/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0" y="269748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27157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Button.tsx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040880" y="269748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0" y="27157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Modal.tsx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0" y="306324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308152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helpers.ts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40880" y="306324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40880" y="308152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client.ts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46320" y="35661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理解整個專案的架構與依賴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自動偵錯與修改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根據專案文件同時修改多個相關程式碼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偵測錯誤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77440" y="13258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34640" y="12801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分析原因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13258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937760" y="12801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定位關聯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13258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40880" y="12801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同步修改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1965960"/>
            <a:ext cx="2697480" cy="12801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1965960"/>
            <a:ext cx="73152" cy="128016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2057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指導文件導向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" y="23774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根據 README、設計文件、架構說明進行修改，確保符合專案規範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1965960"/>
            <a:ext cx="2697480" cy="12801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1965960"/>
            <a:ext cx="73152" cy="128016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2057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跨檔案修改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47872" y="23774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當一個檔案需要修改時，自動找出所有相關檔案並同步更新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965960"/>
            <a:ext cx="2697480" cy="12801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1965960"/>
            <a:ext cx="73152" cy="1280160"/>
          </a:xfrm>
          <a:prstGeom prst="rect">
            <a:avLst/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2057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A0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自我修正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82512" y="23774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執行後發現錯誤會自動嘗試修復，持續迭代直到成功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3383280"/>
            <a:ext cx="8229600" cy="594360"/>
          </a:xfrm>
          <a:prstGeom prst="rect">
            <a:avLst/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383280"/>
            <a:ext cx="73152" cy="59436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520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「Agent 不只修改單一檔案，而是理解整個系統的連動關係。」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TDD 測試優先開發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先寫測試再寫程式，保證測試覆蓋率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TDD 循環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3840480" cy="2468880"/>
          </a:xfrm>
          <a:prstGeom prst="roundRect">
            <a:avLst>
              <a:gd name="adj" fmla="val 3704"/>
            </a:avLst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737360"/>
            <a:ext cx="2194560" cy="594360"/>
          </a:xfrm>
          <a:prstGeom prst="roundRect">
            <a:avLst>
              <a:gd name="adj" fmla="val 12308"/>
            </a:avLst>
          </a:prstGeom>
          <a:solidFill>
            <a:srgbClr val="C9544D"/>
          </a:solidFill>
          <a:ln w="12700">
            <a:solidFill>
              <a:srgbClr val="C95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18105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057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先寫失敗的測試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3774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371600" y="2514600"/>
            <a:ext cx="2194560" cy="594360"/>
          </a:xfrm>
          <a:prstGeom prst="roundRect">
            <a:avLst>
              <a:gd name="adj" fmla="val 12308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25877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Green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寫程式讓測試通過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31546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371600" y="3291840"/>
            <a:ext cx="2194560" cy="594360"/>
          </a:xfrm>
          <a:prstGeom prst="roundRect">
            <a:avLst>
              <a:gd name="adj" fmla="val 12308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336499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Refactor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6118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重構程式碼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12344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TDD 的優勢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1554480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1554480"/>
            <a:ext cx="73152" cy="54864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60020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品質保證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9472" y="18470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測試覆蓋率達到設定標準，確保程式碼品質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176272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176272"/>
            <a:ext cx="73152" cy="54864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9472" y="222199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設計驅動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19472" y="2468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測試先行迫使 Agent 思考介面設計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798064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2798064"/>
            <a:ext cx="73152" cy="548640"/>
          </a:xfrm>
          <a:prstGeom prst="rect">
            <a:avLst/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9472" y="284378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A0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回歸防護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309067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修改程式時自動檢測是否破壞現有功能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419856"/>
            <a:ext cx="4023360" cy="54864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3419856"/>
            <a:ext cx="73152" cy="548640"/>
          </a:xfrm>
          <a:prstGeom prst="rect">
            <a:avLst/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346557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7C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文件作用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19472" y="371246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測試案例就是最好的使用說明文件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重構舊程式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重構是 Agent 的重要能力，不只寫新程式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840480" cy="1234440"/>
          </a:xfrm>
          <a:prstGeom prst="roundRect">
            <a:avLst>
              <a:gd name="adj" fmla="val 5926"/>
            </a:avLst>
          </a:prstGeom>
          <a:solidFill>
            <a:srgbClr val="FEF3F3"/>
          </a:solidFill>
          <a:ln w="12700">
            <a:solidFill>
              <a:srgbClr val="C954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80160"/>
            <a:ext cx="73152" cy="1234440"/>
          </a:xfrm>
          <a:prstGeom prst="rect">
            <a:avLst/>
          </a:prstGeom>
          <a:solidFill>
            <a:srgbClr val="C9544D"/>
          </a:solidFill>
          <a:ln w="12700">
            <a:solidFill>
              <a:srgbClr val="C954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54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重構前 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16459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重複的程式碼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過長的函式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複雜的巢狀結構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缺乏型別定義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3840480" cy="1234440"/>
          </a:xfrm>
          <a:prstGeom prst="roundRect">
            <a:avLst>
              <a:gd name="adj" fmla="val 5926"/>
            </a:avLst>
          </a:prstGeom>
          <a:solidFill>
            <a:srgbClr val="F3FEF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606040"/>
            <a:ext cx="73152" cy="12344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6974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重構後 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29718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可重用的模組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單一職責函式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清晰的結構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完整的型別系統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2344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重構能力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4023360" cy="5943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554480"/>
            <a:ext cx="73152" cy="59436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1627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架構升級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19472" y="187452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從單體架構轉向微服務、模組化設計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221992"/>
            <a:ext cx="4023360" cy="5943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2221992"/>
            <a:ext cx="73152" cy="59436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22951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技術遷移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19472" y="25420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JavaScript 轉 TypeScript、REST 轉 GraphQL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889504"/>
            <a:ext cx="4023360" cy="5943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2889504"/>
            <a:ext cx="73152" cy="594360"/>
          </a:xfrm>
          <a:prstGeom prst="rect">
            <a:avLst/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29626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A0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效能優化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32095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識別瓶頸、優化演算法、減少資源消耗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57016"/>
            <a:ext cx="4023360" cy="5943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3557016"/>
            <a:ext cx="73152" cy="594360"/>
          </a:xfrm>
          <a:prstGeom prst="rect">
            <a:avLst/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363016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7C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程式碼品質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19472" y="38770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 code smell、提高可讀性與維護性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Staging 與 Deploy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部署到雲端或私有雲平台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8229600" cy="502920"/>
          </a:xfrm>
          <a:prstGeom prst="rect">
            <a:avLst/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34440"/>
            <a:ext cx="73152" cy="50292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533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只要提供 Access Token 或連接方式，Agent 就能自動化整個部署流程。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92024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2057400"/>
            <a:ext cx="731520" cy="731520"/>
          </a:xfrm>
          <a:prstGeom prst="ellipse">
            <a:avLst/>
          </a:prstGeom>
          <a:solidFill>
            <a:srgbClr val="24292F"/>
          </a:solidFill>
          <a:ln w="12700">
            <a:solidFill>
              <a:srgbClr val="2429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版本控制與 CI/CD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0" y="192024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2057400"/>
            <a:ext cx="731520" cy="73152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28600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Vercel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28600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前端部署平台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23360" y="192024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2057400"/>
            <a:ext cx="731520" cy="731520"/>
          </a:xfrm>
          <a:prstGeom prst="ellipse">
            <a:avLst/>
          </a:prstGeom>
          <a:solidFill>
            <a:srgbClr val="F26207"/>
          </a:solidFill>
          <a:ln w="12700">
            <a:solidFill>
              <a:srgbClr val="F262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02336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Replit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02336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線上開發與部署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60720" y="192024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2057400"/>
            <a:ext cx="731520" cy="731520"/>
          </a:xfrm>
          <a:prstGeom prst="ellipse">
            <a:avLst/>
          </a:prstGeom>
          <a:solidFill>
            <a:srgbClr val="430098"/>
          </a:solidFill>
          <a:ln w="12700">
            <a:solidFill>
              <a:srgbClr val="43009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76072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Heroku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6072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雲端應用平台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98080" y="192024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280" y="2057400"/>
            <a:ext cx="731520" cy="731520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49808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私有雲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49808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/ GCP / Azure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97280" y="374904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3794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68880" y="37490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834640" y="374904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4640" y="3794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206240" y="37490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572000" y="374904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0" y="3794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Staging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943600" y="37490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09360" y="374904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3794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持續迭代循環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程式開發是不斷迭代的過程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1732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0876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環境設置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57400" y="14173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21992" y="141732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21992" y="150876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撰寫程式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14173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21024" y="141732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1024" y="150876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偵錯修改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55464" y="14173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0056" y="141732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50876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測試驗證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54496" y="14173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19088" y="141732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150876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重構優化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53528" y="14173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4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818120" y="141732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8B7355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18120" y="150876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部署上線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2103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↻ 持續循環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2743200"/>
            <a:ext cx="2697480" cy="10515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743200"/>
            <a:ext cx="73152" cy="105156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28346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自動化驅動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3232" y="3154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自動執行每個步驟，人類專注於決策與監督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2743200"/>
            <a:ext cx="2697480" cy="10515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0" y="2743200"/>
            <a:ext cx="73152" cy="1051560"/>
          </a:xfrm>
          <a:prstGeom prst="rect">
            <a:avLst/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47872" y="28346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快速回饋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47872" y="3154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每次迭代都能快速得到結果，加速開發週期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697480" cy="1051560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2743200"/>
            <a:ext cx="73152" cy="1051560"/>
          </a:xfrm>
          <a:prstGeom prst="rect">
            <a:avLst/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2512" y="28346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A0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持續改進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82512" y="3154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每次循環都讓程式更完善，品質不斷提升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F5EEE4"/>
          </a:solidFill>
          <a:ln w="12700">
            <a:solidFill>
              <a:srgbClr val="F5EE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7183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模組</a:t>
            </a:r>
            <a:r>
              <a:rPr lang="en-US" altLang="zh-TW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00" dirty="0">
                <a:solidFill>
                  <a:srgbClr val="B48C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：Coding Agent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47183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VIBE CODING 理論體系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C2D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總結：全面的開發夥伴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5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Coding Agent 不只是程式碼生成器，而是一個能夠理解、執行、測試、部署的全端開發夥伴。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安裝開發環境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192024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A67C52"/>
          </a:solidFill>
          <a:ln w="12700">
            <a:solidFill>
              <a:srgbClr val="A67C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203746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重構舊程式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B48C5A"/>
          </a:solidFill>
          <a:ln w="12700">
            <a:solidFill>
              <a:srgbClr val="B48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6243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撰寫程式碼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251460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8B7355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6243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Staging 與 Deploy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C8A064"/>
          </a:solidFill>
          <a:ln w="12700">
            <a:solidFill>
              <a:srgbClr val="C8A0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2186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自動偵錯修改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310896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6B5344"/>
          </a:solidFill>
          <a:ln w="12700">
            <a:solidFill>
              <a:srgbClr val="6B53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32186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持續迭代循環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8130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TDD 測試優先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3703320"/>
            <a:ext cx="4114800" cy="502920"/>
          </a:xfrm>
          <a:prstGeom prst="roundRect">
            <a:avLst>
              <a:gd name="adj" fmla="val 9091"/>
            </a:avLst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7947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↻ 完整開發週期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840480"/>
            <a:ext cx="8229600" cy="594360"/>
          </a:xfrm>
          <a:prstGeom prst="rect">
            <a:avLst/>
          </a:prstGeom>
          <a:solidFill>
            <a:srgbClr val="EBE1D2"/>
          </a:solidFill>
          <a:ln w="12700">
            <a:solidFill>
              <a:srgbClr val="EBE1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0480"/>
            <a:ext cx="91440" cy="594360"/>
          </a:xfrm>
          <a:prstGeom prst="rect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977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B5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「從想法到產品，Agent 陪你走完每一步。」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510</Words>
  <Application>Microsoft Macintosh PowerPoint</Application>
  <PresentationFormat>如螢幕大小 (16:9)</PresentationFormat>
  <Paragraphs>201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3" baseType="lpstr">
      <vt:lpstr>Microsoft YaHei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Coding Agent 的核心能力</dc:title>
  <dc:subject>模組二：從開發到部署的全面能力</dc:subject>
  <dc:creator>2026 VIBE CODING</dc:creator>
  <cp:lastModifiedBy>Josh Hu</cp:lastModifiedBy>
  <cp:revision>2</cp:revision>
  <dcterms:created xsi:type="dcterms:W3CDTF">2026-01-13T15:38:25Z</dcterms:created>
  <dcterms:modified xsi:type="dcterms:W3CDTF">2026-01-13T15:49:47Z</dcterms:modified>
</cp:coreProperties>
</file>