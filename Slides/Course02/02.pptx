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2026 VIBE CODING 理論體系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C2D1E"/>
                </a:solidFill>
                <a:latin typeface="Microsoft YaHei"/>
              </a:rPr>
              <a:t>軟體工程的範式轉移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Paradigm Shift in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本課程探討 2026 年軟體開發的核心變革：Vibe Coding。
這不僅是工具的升級，而是人類與機器協作關係的本質轉變。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5669280" cy="82296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91440" cy="8229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8B5A2B"/>
                </a:solidFill>
                <a:latin typeface="Microsoft YaHei"/>
              </a:rPr>
              <a:t>「我們不編寫程式，我們策劃現實。」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846320" cy="38770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大師班：理論焦點 100 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課程大綱與目標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5A2B"/>
                </a:solidFill>
                <a:latin typeface="Microsoft YaHei"/>
              </a:rPr>
              <a:t>七大理論模組 · 兩小時沉浸式學習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5720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645920"/>
            <a:ext cx="621792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164592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783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理論深度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1488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從底層的代理架構論、上下文動力學，到高層級的社會經濟影響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926080"/>
            <a:ext cx="621792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292608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063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框架建立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4290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建立完整的理論框架，讓開發者能從更高維度審視 AI 時代的工程實踐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21792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4206240"/>
            <a:ext cx="91440" cy="109728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認知升級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7091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從技術操作者轉變為系統架構師與意圖策展人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6692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模組：範式哲學 → 代理環境 → 意圖建模 → 上下文工程 → 驗證理論 → 社會影響 → 倫理未來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軟體工程的第四次浪潮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每一代浪潮都在解決「如何隱藏不必要的複雜性」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029200" cy="40233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0" y="1627632"/>
            <a:ext cx="182880" cy="182880"/>
          </a:xfrm>
          <a:prstGeom prst="ellipse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第一波：機器碼時代 (1950s)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硬體對話，人類是機器的僕人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2450592"/>
            <a:ext cx="182880" cy="182880"/>
          </a:xfrm>
          <a:prstGeom prst="ellipse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第二波：高級語言時代 (1970s)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724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邏輯抽象，開始脫離硬體細節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273552"/>
            <a:ext cx="182880" cy="182880"/>
          </a:xfrm>
          <a:prstGeom prst="ellipse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第三波：框架化時代 (2000s)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547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模組複用，減少重複勞動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4096512"/>
            <a:ext cx="182880" cy="18288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第四波：意圖化時代 (2026)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370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人類只需定義目標，AI 實現細節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5029200"/>
            <a:ext cx="5943600" cy="77724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5029200"/>
            <a:ext cx="91440" cy="77724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5166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5A2B"/>
                </a:solidFill>
                <a:latin typeface="Microsoft YaHei"/>
              </a:rPr>
              <a:t>「進步的本質，就是讓更少的人能做更多的事。」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Vibe Coding 的理論定義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非確定性輸入轉確定性輸出的過程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303520" cy="42428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1554480"/>
            <a:ext cx="576072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554480"/>
            <a:ext cx="91440" cy="100584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人類直覺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開發者提供模糊但具備強烈風格特徵的語義場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697480"/>
            <a:ext cx="576072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2697480"/>
            <a:ext cx="91440" cy="100584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語義特徵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透過自然語言傳達設計意圖與系統約束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840480"/>
            <a:ext cx="576072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3840480"/>
            <a:ext cx="91440" cy="100584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977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概率邏輯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97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AI 透過大規模推理將模糊意圖坍縮為具體邏輯路徑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5120640"/>
            <a:ext cx="5760720" cy="82296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523036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5037"/>
                </a:solidFill>
                <a:latin typeface="Microsoft YaHei"/>
              </a:rPr>
              <a:t>三者交集處即為 Vibe Coding 的運作核心
將抽象的「氛圍」轉化為精確的程式碼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C2D1E"/>
                </a:solidFill>
                <a:latin typeface="Microsoft YaHei"/>
              </a:rPr>
              <a:t>Andrej Karpathy 的「英語編程」理論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當 LLM 具備足夠推理能力，自然語言即具備「編譯」功能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029200" cy="40558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0" y="1463040"/>
            <a:ext cx="594360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463040"/>
            <a:ext cx="5943600" cy="73152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核心洞見：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人類只需負責定義高層級的系統約束，而細節則由 AI 作為底層編譯器自動優化。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2743200"/>
            <a:ext cx="274320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C2D1E"/>
                </a:solidFill>
                <a:latin typeface="Microsoft YaHei"/>
              </a:rPr>
              <a:t>傳統編譯器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語法 → 機器碼
規則明確，錯誤即停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43200"/>
            <a:ext cx="29260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LLM 編譯器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意圖 → 程式碼
容錯推理，自動補全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4114800"/>
            <a:ext cx="5943600" cy="100584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4114800"/>
            <a:ext cx="91440" cy="100584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意義：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72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程式語言的學習曲線將被自然語言取代，進入「人人可編程」的時代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