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2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技能擴充系統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 AI Agent 安裝專業技能，讓它成為真正符合需求的開發夥伴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Skill？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9144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p.3-5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261872"/>
            <a:ext cx="7680960" cy="301752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618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的儲存位置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2618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p.6-7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609344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0934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60934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Skill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60934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p.8-12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1956816"/>
            <a:ext cx="7680960" cy="301752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568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195681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從網路安裝 Skill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9568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p.13-20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304288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3042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230428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Claude Code 導入 Skill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30428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p.21-25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651760"/>
            <a:ext cx="7680960" cy="301752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6517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265176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如何使用 Skills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6517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p.26-27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999232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9992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299923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最佳實踐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29992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p.28-30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346704"/>
            <a:ext cx="7680960" cy="301752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3467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334670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實戰：Code Review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334670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p.31-33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694176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69417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63040" y="3694176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實戰：API 文件生成 Skill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9440" y="36941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p.34-35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041648"/>
            <a:ext cx="7680960" cy="301752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04164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63040" y="404164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進階實戰：用 AI 開發 PDF Skill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404164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p.36-41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4389120"/>
            <a:ext cx="7680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3891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463040" y="438912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本章小結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49440" y="43891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p.42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 什麼是 Skill？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概念定義與核心元素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定義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9601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是一個可重用的知識包，用於擴展 Agent 的能力。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都是一個包含指示的資料夾，告訴 Agent 在處理特定類型的任務時應該如何操作。就像是為 Agent 安裝新的「專業技能」。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77440"/>
            <a:ext cx="73152" cy="201168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告訴 Agent 如何處理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特定類型的任務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3774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377440"/>
            <a:ext cx="73152" cy="201168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560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3108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定義應該遵循的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慣例和模式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23774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2377440"/>
            <a:ext cx="73152" cy="201168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560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可選腳本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09360" y="3108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可以使用的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輔助腳本和資源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與 Rule 的差異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目的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教導 Agent 新的能力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約束 Agent 的行為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範圍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特定類型的任務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所有相關操作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結構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完整的資料夾包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單一 Markdown 檔案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啟用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 根據任務自動判斷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根據設定的模式啟用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3"/>
          <p:cNvSpPr/>
          <p:nvPr/>
        </p:nvSpPr>
        <p:spPr>
          <a:xfrm>
            <a:off x="731520" y="3474720"/>
            <a:ext cx="73152" cy="9144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5204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的起源：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最初是 Anthropic 為 Claude Code 開發的獨家功能，後來開放為業界標準，讓其他 AI 廠商也能採用。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6-2 Skill 的儲存位置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工作區 vs 全域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的儲存位置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32918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工作區 Skills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840" y="1737360"/>
            <a:ext cx="310896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.agent/skills/&lt;skill&gt;/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適合專案特定的工作流程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例如團隊的部署流程或測試慣例。只對當前工作區有效。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73152" cy="329184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 Skills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0" y="1737360"/>
            <a:ext cx="310896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2"/>
          <p:cNvSpPr/>
          <p:nvPr/>
        </p:nvSpPr>
        <p:spPr>
          <a:xfrm>
            <a:off x="51206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~/.gemini/antigravity/skills/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0" y="2286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適合跨專案使用的工具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個人通用技能，在所有工作區中都可以使用。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6-3 建立 Skill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從零開始建立你的第一個 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Skill — 步驟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建立資料夾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18288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工作區 Skill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691640"/>
            <a:ext cx="310896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.agent/skills/my-skill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專案特定工作流程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73152" cy="1828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 Skill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310896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~/.gemini/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antigravity/skills/my-skill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跨專案通用工具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383280"/>
            <a:ext cx="73152" cy="10058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474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命名規範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使用小寫字母和連字號分隔，例如：code-review、api-testing、db-migration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Skill — 步驟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SKILL.md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132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my-skill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協助處理特定任務。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在需要做 X 或 Y 時使用。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 Skill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這裡是 Agent 的詳細指示。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何時使用這個 Skill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當需要...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這在...時很有用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如何使用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應該遵循的步驟、慣例和模式。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 欄位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051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否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 的唯一識別符（小寫，用連字號分隔）。預設為資料夾名稱。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是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清楚描述 Skill 的功能和使用時機。這是 Agent 決定是否套用 Skill 的依據。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77440"/>
            <a:ext cx="73152" cy="201168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撰寫技巧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05840" y="301752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使用第三人稱撰寫描述，並包含關鍵字幫助 Agent 識別：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好的描述：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「為 React 元件生成 Storybook stories，包含 props 變體和互動範例。」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不好的描述：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「處理 React 相關的事情」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資料夾結構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114800" cy="3108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.agent/skills/my-skill/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generate.sh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validate.py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examples/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sample.md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resources/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template.txt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188720"/>
            <a:ext cx="3200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1188720"/>
            <a:ext cx="73152" cy="4572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618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主要指示（必要）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2080" y="1828800"/>
            <a:ext cx="3200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0" y="1828800"/>
            <a:ext cx="73152" cy="45720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9019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輔助腳本（可選）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212080" y="2651760"/>
            <a:ext cx="3200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12080" y="2651760"/>
            <a:ext cx="73152" cy="45720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249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參考實作（可選）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12080" y="3200400"/>
            <a:ext cx="73152" cy="4572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27355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模板和其他資源（可選）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6-4 從網路安裝 Skill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SkillHub 市集與安裝流程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SkillHub 平台介紹</a:t>
            </a:r>
            <a:endParaRPr lang="en-US" sz="2800" dirty="0"/>
          </a:p>
        </p:txBody>
      </p:sp>
      <p:pic>
        <p:nvPicPr>
          <p:cNvPr id="4" name="Image 0" descr="/sessions/confident-clever-curie/mnt/draft/ch07/07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41148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1005840"/>
            <a:ext cx="73152" cy="3291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skillhub.club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12064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目前最大的 Agent Skills 市集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超過 17,000 個經過評分的 Skills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 Claude、Codex、Gemini 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語意搜尋功能快速找到需要的 Skill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提供一鍵安裝與手動安裝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都有社群評分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熱門 Skills 精選</a:t>
            </a:r>
            <a:endParaRPr lang="en-US" sz="2800" dirty="0"/>
          </a:p>
        </p:txBody>
      </p:sp>
      <p:pic>
        <p:nvPicPr>
          <p:cNvPr id="4" name="Image 0" descr="/sessions/confident-clever-curie/mnt/draft/ch07/07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41148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0972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1097280"/>
            <a:ext cx="73152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前端設計最佳實踐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205740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057400"/>
            <a:ext cx="73152" cy="7772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systematic-debugging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系統化除錯方法論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30175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3017520"/>
            <a:ext cx="73152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docs-review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2064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文件審查與品質把關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安裝步驟 1-3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瀏覽 → 選擇 → 下載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 SkillHub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前往 skillhub.club 瀏覽所有可用的 Skills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找到想要的 Skill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在首頁查看熱門 Skills 列表或搜尋特定功能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7947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 Skill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點擊「Download Complete Skill」下載完整壓縮檔</a:t>
            </a:r>
            <a:endParaRPr lang="en-US" sz="1200" dirty="0"/>
          </a:p>
        </p:txBody>
      </p:sp>
      <p:pic>
        <p:nvPicPr>
          <p:cNvPr id="23" name="Image 0" descr="/sessions/confident-clever-curie/mnt/draft/ch07/07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280160"/>
            <a:ext cx="1828800" cy="1645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安裝步驟 4-6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解壓縮 → 顯示隱藏檔 → 找到目錄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029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解壓縮下載的檔案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雙擊解壓縮 .zip 檔案，查看 Skill 完整結構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5029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顯示隱藏檔案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Finder 按 Command+Shift+. 顯示隱藏資料夾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5029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379476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 .gemini 目錄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在家目錄找到 .gemini/antigravity 子目錄</a:t>
            </a:r>
            <a:endParaRPr lang="en-US" sz="1200" dirty="0"/>
          </a:p>
        </p:txBody>
      </p:sp>
      <p:pic>
        <p:nvPicPr>
          <p:cNvPr id="23" name="Image 0" descr="/sessions/confident-clever-curie/mnt/draft/ch07/07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188720"/>
            <a:ext cx="2560320" cy="914400"/>
          </a:xfrm>
          <a:prstGeom prst="rect">
            <a:avLst/>
          </a:prstGeom>
        </p:spPr>
      </p:pic>
      <p:pic>
        <p:nvPicPr>
          <p:cNvPr id="24" name="Image 1" descr="/sessions/confident-clever-curie/mnt/draft/ch07/070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0" y="2377440"/>
            <a:ext cx="2560320" cy="914400"/>
          </a:xfrm>
          <a:prstGeom prst="rect">
            <a:avLst/>
          </a:prstGeom>
        </p:spPr>
      </p:pic>
      <p:pic>
        <p:nvPicPr>
          <p:cNvPr id="25" name="Image 2" descr="/sessions/confident-clever-curie/mnt/draft/ch07/070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600" y="3566160"/>
            <a:ext cx="2560320" cy="9144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安裝步驟</a:t>
            </a: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 → 重啟 → 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73152" cy="7315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234440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 skills 資料夾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antigravity 目錄下確認或建立 skills 資料夾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65960"/>
            <a:ext cx="73152" cy="7315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2103120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拖入 Skill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將解壓縮後的 Skill 資料夾拖到 skills 目錄下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34640"/>
            <a:ext cx="73152" cy="7315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2971800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重新啟動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關閉並重新開啟 Antigravity，重新載入 Skills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703320"/>
            <a:ext cx="73152" cy="7315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3840480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驗證安裝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詢問 Agent「列出你的 skills」確認安裝成功</a:t>
            </a:r>
            <a:endParaRPr lang="en-US" sz="1100" dirty="0"/>
          </a:p>
        </p:txBody>
      </p:sp>
      <p:pic>
        <p:nvPicPr>
          <p:cNvPr id="29" name="Image 0" descr="/sessions/confident-clever-curie/mnt/draft/ch07/07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097280"/>
            <a:ext cx="2560320" cy="1371600"/>
          </a:xfrm>
          <a:prstGeom prst="rect">
            <a:avLst/>
          </a:prstGeom>
        </p:spPr>
      </p:pic>
      <p:pic>
        <p:nvPicPr>
          <p:cNvPr id="30" name="Image 1" descr="/sessions/confident-clever-curie/mnt/draft/ch07/071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0" y="2743200"/>
            <a:ext cx="2560320" cy="1645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其他安裝方式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173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One-Click Install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一鍵安裝（需安裝 SkillHub CLI）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 SKILL.md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只複製 SKILL.md 內容（輕量級）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npx 指令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npx @skill-hub/cli install &lt;skill-name&gt;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@skill-hub/cli install frontend-design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3200400"/>
            <a:ext cx="73152" cy="128016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安裝建議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0584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初學者建議使用手動下載安裝，了解 Skill 的檔案結構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熟悉後可以使用 npx 一行指令快速安裝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SKILL.md only 適合只需要指示、不需要腳本的場景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跨平台相容性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一次建立，多處使用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1752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路徑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~/.claude/skills/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CLI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~/.gemini/skills/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CLI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~/.codex/skills/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~/.opencode/skill/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Antigravity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~/.gemini/antigravity/skills/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200400"/>
            <a:ext cx="73152" cy="7315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291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是開放標準，從 SkillHub 安裝的 Skill 可以跨不同的 AI 工具使用！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6-5 從 Claude Code 導入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複製、符號連結與批次導入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的 Skills 路徑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全域 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~/.claude/skills/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專案 Skills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&lt;project&gt;/.claude/skills/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219456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194560"/>
            <a:ext cx="73152" cy="201168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方式一：複製整個資料夾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05840" y="2834640"/>
            <a:ext cx="713232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6"/>
          <p:cNvSpPr/>
          <p:nvPr/>
        </p:nvSpPr>
        <p:spPr>
          <a:xfrm>
            <a:off x="1188720" y="2880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複製到 Antigravity 全域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~/.claude/skills/my-skill ~/.gemini/antigravity/skills/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最簡單直接的方式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更多導入方式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164592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方式二：建立符號連結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1508760"/>
            <a:ext cx="713232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1508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~/.claude/skills/my-skill ~/.gemini/antigravity/skills/my-skill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修改一處，兩邊同步更新。適合同時使用 Claude Code 和 Antigravity 的開發者。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834640"/>
            <a:ext cx="73152" cy="164592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9718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方式三：批次導入所有 Skills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05840" y="3429000"/>
            <a:ext cx="7132320" cy="640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3474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skill in ~/.claude/skills/*/;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cp -r "$skill" ~/.gemini/antigravity/skills/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導入相容性注意事項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6400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格式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完全相容，無需修改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83080"/>
            <a:ext cx="73152" cy="640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腳本路徑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硬編碼路徑需要調整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60320"/>
            <a:ext cx="73152" cy="640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特有工具可能不可用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375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337560"/>
            <a:ext cx="73152" cy="6400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環境變數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確認所需變數已設定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206240"/>
            <a:ext cx="73152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06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使用環境變數取代硬編碼路徑，讓 Skill 更具通用性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驗證導入成功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開啟一個新的 Agent 對話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詢問 Agent：「列出所有可用的 Skills」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確認你導入的 Skill 出現在列表中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08960"/>
            <a:ext cx="73152" cy="12801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沒有出現？請檢查：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資料夾結構是否正確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是否存在且格式正確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符號連結是否有效（使用 ls -la 確認）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6-6 Agent 如何使用 Skills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漸進式揭露模式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漸進式揭露模式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25603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801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發現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對話開始時，Agent 看到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所有可用 Skills 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名稱和描述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0896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47472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097280"/>
            <a:ext cx="73152" cy="25603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0" y="123444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801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啟用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5760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如果某個 Skill 與任務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相關，Agent 讀取完整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內容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0350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640080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0" y="1097280"/>
            <a:ext cx="73152" cy="25603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2" name="Shape 18"/>
          <p:cNvSpPr/>
          <p:nvPr/>
        </p:nvSpPr>
        <p:spPr>
          <a:xfrm>
            <a:off x="6583680" y="1234440"/>
            <a:ext cx="457200" cy="45720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801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58952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58368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遵循 Skill 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指示來完成任務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31520" y="3931920"/>
            <a:ext cx="73152" cy="5486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9" name="Text 24"/>
          <p:cNvSpPr/>
          <p:nvPr/>
        </p:nvSpPr>
        <p:spPr>
          <a:xfrm>
            <a:off x="109728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你不需要明確告訴 Agent 使用某個 Skill — 它會根據上下文自動判斷。但你也可以在對話中提及 Skill 名稱來指定使用。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 Skill 最佳實踐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建立高品質 Skill 的四大原則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18288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保持專注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應該只做一件事，而且要做好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好的做法：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 / api-testing / db-migration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不好的做法：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do-everything（試圖處理所有事情）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017520"/>
            <a:ext cx="73152" cy="146304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546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撰寫清楚的描述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05840" y="3566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描述是 Agent 決定是否使用 Skill 的關鍵。要具體說明功能和適用情境。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3931920"/>
            <a:ext cx="713232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3931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為 React 元件生成 Storybook stories，包含 props 變體和互動範例。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164592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將腳本視為黑盒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鼓勵 Agent 先使用 --help 了解用法，而不是閱讀整個原始碼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1828800"/>
            <a:ext cx="7132320" cy="4572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先執行 scripts/generate.sh --help 了解可用選項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834640"/>
            <a:ext cx="73152" cy="164592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9718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包含決策樹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0584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幫助 Agent 根據情境選擇正確的方法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3749040"/>
            <a:ext cx="7132320" cy="5486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如果是新專案 → 使用 --init 模式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如果是現有專案 → 使用 --update 模式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實戰：Code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建立程式碼審查 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4114800" cy="1371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60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審查程式碼變更，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檢查 bug、風格問題和最佳實踐。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91440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914400"/>
            <a:ext cx="73152" cy="3474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審查清單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正確性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邏輯正確？潛在 bug？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邊緣情況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194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錯誤處理？空值檢查？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2514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遵循慣例？命名清楚？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3291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不必要的計算？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注入風險？權限檢查？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5603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560320"/>
            <a:ext cx="73152" cy="1828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回饋格式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63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每個問題包含：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嚴重程度 + 問題標題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位置：檔案名稱:行號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問題描述 + 修改建議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建議的程式碼範例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嚴重程度等級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23444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必須修改 — 嚴重 bug 或安全漏洞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11680"/>
            <a:ext cx="73152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14884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395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強烈建議修改 — 潛在問題或效能瓶頸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CCB8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063240"/>
            <a:ext cx="411480" cy="411480"/>
          </a:xfrm>
          <a:prstGeom prst="ellipse">
            <a:avLst/>
          </a:prstGeom>
          <a:solidFill>
            <a:srgbClr val="CC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可以改進 — 風格或可讀性建議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40480"/>
            <a:ext cx="73152" cy="7315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3977640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224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僅供參考 — 額外的最佳化建議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6-9 實戰：API 文件生成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自動化 REST API 文件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文件生成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840480" cy="10972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60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api-docs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為 REST API 端點生成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OpenAPI/Swagger 文件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914400"/>
            <a:ext cx="73152" cy="1645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每個端點需要包含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417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路徑和方法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描述 + 參數（path, query, header）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請求 body + 回應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範例程式碼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/users/{id}: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summary: 取得用戶資料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parameters: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in: path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required: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'200': { description: 成功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 用 AI 開發 PDF Skill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 Antigravity 幫你建立完整 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59436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155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提取文字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325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PDF 提取所有文字內容，支援中文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37360"/>
            <a:ext cx="73152" cy="59436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470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 PDF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54480" y="2057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將多個 PDF 檔案合併成一個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4688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468880"/>
            <a:ext cx="73152" cy="59436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57860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 PDF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2788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按頁數或書籤拆分成多個檔案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2004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200400"/>
            <a:ext cx="73152" cy="59436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31012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提取圖片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54480" y="3520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PDF 中提取所有嵌入圖片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931920"/>
            <a:ext cx="73152" cy="59436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04164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格式轉換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4251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將 Markdown 或 HTML 轉成 PDF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Agent 幫你開發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提示詞範例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我想建立一個 PDF 處理的 Skill。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這個 Skill 需要能夠：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從 PDF 提取文字（支援中文）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合併多個 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拆分 PDF（按頁數或按書籤）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提取 PDF 中的圖片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將 Markdown 轉換成 PDF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建立完整的 Skill 資料夾結構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撰寫 SKILL.md 包含詳細的使用指示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建立必要的輔助腳本（使用 Python）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提供 requirements.txt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Skill 完整結構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41148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.agent/skills/pdf-tools/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pdf_extract_text.py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pdf_merge.py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pdf_split.py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pdf_extract_images.py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pdf_from_markdown.py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examples/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usage_examples.md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100584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1005840"/>
            <a:ext cx="73152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024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261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說明文件：功能描述、使用方式、決策指南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64592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645920"/>
            <a:ext cx="73152" cy="5486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個 Python 腳本：文字擷取、合併、分割、圖片擷取、格式轉換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274320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2743200"/>
            <a:ext cx="73152" cy="5486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761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pymupdf、pdfplumber、Pillow、markdown、weasyprint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3383280"/>
            <a:ext cx="3474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3383280"/>
            <a:ext cx="73152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401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使用情境範例和參考指令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Skill 決策指南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使用腳本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讀取 PDF 內容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pdf_extract_text.py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合併多個 PDF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pdf_merge.py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取出特定頁面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pdf_split.py --pages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批次拆分 PDF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pdf_split.py --every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取出圖片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pdf_extract_images.py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製作 PDF 文件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pdf_from_markdown.py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566160"/>
            <a:ext cx="73152" cy="9144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pymupdf&gt;=1.23.0  |  pdfplumber&gt;=0.10.0  |  Pillow&gt;=10.0.0  |  markdown&gt;=3.5.0  |  weasyprint&gt;=60.0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測試與持續優化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測試你的 Skill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7132320" cy="4114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17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請幫我從 documentation.pdf 中提取所有文字內容，存成 content.txt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73152" cy="13716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持續迭代改進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88920"/>
            <a:ext cx="7132320" cy="685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8346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這個 PDF Skill 很好用！請幫我加入：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PDF 加浮水印  2. PDF 頁面旋轉  3. PDF 壓縮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31920"/>
            <a:ext cx="73152" cy="5486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AI 開發 Skill 的優勢：迭代改進非常快速，不需要手動撰寫所有內容。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6-11 本章小結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技能擴充系統重點回顧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重點回顧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是什麼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可重用的知識包，擴展 Agent 的能力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儲存位置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工作區 .agent/skills/ 或全域 ~/.gemini/antigravity/skills/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核心檔案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SKILL.md（包含 frontmatter 和詳細指示）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啟用方式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 根據任務自動判斷，或手動提及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安裝來源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SkillHub 市集、Claude Code 導入、手動建立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跨平台支援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3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Code、Gemini CLI、Codex、OpenCode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47472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Skill 六大原則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保持專注  ·  清楚描述  ·  腳本黑盒  ·  決策樹  ·  提供範例  ·  用 AI 開發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透過 Skills，不斷擴展 Agent 的能力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讓它成為真正符合你需求的 AI 開發夥伴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第七章 | Skills 技能擴充系統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1864</Words>
  <Application>Microsoft Macintosh PowerPoint</Application>
  <PresentationFormat>如螢幕大小 (16:9)</PresentationFormat>
  <Paragraphs>595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8" baseType="lpstr">
      <vt:lpstr>Arial</vt:lpstr>
      <vt:lpstr>Consolas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第七章：Skills 技能擴充系統</dc:title>
  <dc:subject>PptxGenJS Presentation</dc:subject>
  <dc:creator>Anthropic</dc:creator>
  <cp:lastModifiedBy>Josh Hu</cp:lastModifiedBy>
  <cp:revision>2</cp:revision>
  <dcterms:created xsi:type="dcterms:W3CDTF">2026-02-10T17:47:28Z</dcterms:created>
  <dcterms:modified xsi:type="dcterms:W3CDTF">2026-02-11T01:23:42Z</dcterms:modified>
</cp:coreProperties>
</file>