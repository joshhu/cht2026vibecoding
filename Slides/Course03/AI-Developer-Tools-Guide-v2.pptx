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安裝時間</c:v>
                </c:pt>
              </c:strCache>
            </c:strRef>
          </c:tx>
          <c:spPr>
            <a:solidFill>
              <a:srgbClr val="6B665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3C-644C-A3E2-658EE614655D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3C-644C-A3E2-658EE61465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D3929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pip</c:v>
                </c:pt>
                <c:pt idx="1">
                  <c:v>uv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3C-644C-A3E2-658EE61465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392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79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37160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D39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137160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3D39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開發者必備工具指南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656"/>
                </a:solidFill>
              </a:rPr>
              <a:t>uv / nvm / npm / gh 完整教學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06"/>
                </a:solidFill>
              </a:rPr>
              <a:t>讓 AI 助手更有效地協助你開發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656"/>
                </a:solidFill>
              </a:rPr>
              <a:t>Modern Developer Toolkit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工具總覽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656"/>
                </a:solidFill>
              </a:rPr>
              <a:t>四個核心工具，涵蓋完整開發流程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3D392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AF9F7"/>
                </a:solidFill>
              </a:rPr>
              <a:t>次世代 Python 專案管理器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• 一鍵建立專案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• 自動管理依賴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• 無需手動 activate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160020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3D3929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Node.js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Node 版本管理器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• 多版本並存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246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• 專案級版本鎖定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• 一鍵安裝與切換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E8E4D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160020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3D3929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060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Node 套件管理器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• 全球最大套件庫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246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• 腳本自動化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• 依賴版本控制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14630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3D3929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0" y="160020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GitHub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AF9F7"/>
                </a:solidFill>
              </a:rPr>
              <a:t>GitHub 官方 CLI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• 建立與管理 PR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3246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• Issue 追蹤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• 倉庫操作自動化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這些工具讓 AI 助手能夠有效率地協助你管理開發環境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次世代 Python 專案管理器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56"/>
                </a:solidFill>
              </a:rPr>
              <a:t>由 Astral 開發，以 Rust 編寫，取代 pip + venv + pip-tools 的一站式解決方案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uv 取代了什麼？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00000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❌ 傳統方式（不要再用了）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package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</a:rPr>
              <a:t>✓ uv 現代方式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my-project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package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script.py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核心優勢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8E4DE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170992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645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929"/>
                </a:solidFill>
              </a:rPr>
              <a:t>不需要 activate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uv run 自動在虛擬環境中執行，省去手動啟用的麻煩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331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8E4DE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244144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929"/>
                </a:solidFill>
              </a:rPr>
              <a:t>自動管理 pyproject.toml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依賴、版本、專案設定全部集中管理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8E4DE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317296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929"/>
                </a:solidFill>
              </a:rPr>
              <a:t>極速安裝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比 pip 快 10-100 倍，大型專案秒級安裝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79476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8E4DE"/>
          </a:solidFill>
          <a:ln/>
        </p:spPr>
      </p:sp>
      <p:sp>
        <p:nvSpPr>
          <p:cNvPr id="32" name="Shape 30"/>
          <p:cNvSpPr/>
          <p:nvPr/>
        </p:nvSpPr>
        <p:spPr>
          <a:xfrm>
            <a:off x="4800600" y="3904488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929"/>
                </a:solidFill>
              </a:rPr>
              <a:t>內建 lock 檔案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uv.lock 確保可重現的依賴版本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安裝：curl -LsSf https://astral.sh/uv/install.sh | 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專案管理完整流程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D392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建立專案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產生 pyproject.toml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和 .venv 目錄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1371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665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D3929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新增依賴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自動更新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pyproject.toml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1371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6656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D3929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執行程式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自動使用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虛擬環境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371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6656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040880" y="10058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3D3929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同步環境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從 lock 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4B5A0"/>
                </a:solidFill>
              </a:rPr>
              <a:t>重建依賴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常用指令詳解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43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my-project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2743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建立新專案（含 pyproject.toml）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12724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1272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--lib my-lib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建立函式庫專案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51129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5112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requests pandas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511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新增多個依賴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895344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--dev pytest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60320" y="38953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新增開發依賴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2793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793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remove package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60320" y="4279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移除依賴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74320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743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script.py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27432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執行 Python 腳本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12724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1272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pytest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1272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執行測試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51129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5112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3511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從 uv.lock 同步依賴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895344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38953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lock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9440" y="38953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更新 lock 檔案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2793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42793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tree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49440" y="42793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A0"/>
                </a:solidFill>
              </a:rPr>
              <a:t>顯示依賴樹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提示：uv run 會自動建立虛擬環境（如果不存在），無需任何額外步驟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專案結構與設定檔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專案結構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3D392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my-project/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pyproject.toml    # 專案設定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uv.lock           # 依賴鎖定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.venv/            # 虛擬環境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.python-version   # Python 版本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my_project/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__init__.py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test_main.py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pyproject.toml 範例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3D3929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3716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"my-project"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"0.1.0"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requires-python = "&gt;=3.11"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=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"requests&gt;=2.31",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"pandas&gt;=2.0",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[project.optional-dependencies]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= ["pytest", "ruff"]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[tool.uv]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dev-dependencies =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"pytest&gt;=8.0",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💡 uv.lock 類似 package-lock.json，確保團隊成員有完全一致的依賴版本，應該提交到 git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.venv 目錄不需要提交，每個開發者執行 uv sync 即可重建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版本管理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56"/>
                </a:solidFill>
              </a:rPr>
              <a:t>uv 可以自動下載並管理 Python 版本，無需系統預先安裝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Python 版本指令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57200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python install 3.12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64592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安裝 Python 3.12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457200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21408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python install 3.11 3.12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12140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安裝多個版本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457200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96896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python list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59689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列出可用版本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457200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72384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python pin 3.12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07238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專案指定 Python 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457200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47872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--python 3.12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54787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建立專案時指定版本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運作方式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0" y="16459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1. 自動偵測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讀取 .python-version 或 pyproject.toml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286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2. 自動下載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如果版本不存在，自動下載安裝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2834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3. 自動使用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3063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uv run 自動使用正確的 Python 版本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速度比較</a:t>
            </a:r>
            <a:endParaRPr lang="en-US" sz="14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120640" y="3886200"/>
          <a:ext cx="365760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 2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uv 使用 standalone Python builds，無需依賴系統的 Python 安裝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3D392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版本管理器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56"/>
                </a:solidFill>
              </a:rPr>
              <a:t>在同一台機器上管理多個 Node.js 版本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常用指令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38912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install 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64592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安裝 Node.js v20 最新版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438912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21408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install --lts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12140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安裝最新 LTS 版本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438912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96896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use 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59689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切換到 Node.js v18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438912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72384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07238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列出已安裝的版本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438912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47872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alias default 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354787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設定預設版本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4389120" cy="429768"/>
          </a:xfrm>
          <a:prstGeom prst="roundRect">
            <a:avLst>
              <a:gd name="adj" fmla="val 12766"/>
            </a:avLst>
          </a:prstGeom>
          <a:solidFill>
            <a:srgbClr val="3D392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23360"/>
            <a:ext cx="21945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current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402336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顯示目前使用的版本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.nvmrc 自動切換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16459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3D3929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7373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在專案根目錄建立 .nvmrc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"20" &gt; .nvmrc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進入專案時自動切換版本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nvm use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.nvmrc with 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using node v20.x.x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跨平台支援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35204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8E4DE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929"/>
                </a:solidFill>
              </a:rPr>
              <a:t>macOS / Linux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8221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656"/>
                </a:solidFill>
              </a:rPr>
              <a:t>nvm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352044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8E4DE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929"/>
                </a:solidFill>
              </a:rPr>
              <a:t>Windows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8221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656"/>
                </a:solidFill>
              </a:rPr>
              <a:t>nvm-windows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4160520"/>
            <a:ext cx="3840480" cy="411480"/>
          </a:xfrm>
          <a:prstGeom prst="roundRect">
            <a:avLst>
              <a:gd name="adj" fmla="val 13333"/>
            </a:avLst>
          </a:prstGeom>
          <a:solidFill>
            <a:srgbClr val="F3F0E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💡 搭配 shell 設定可實現自動切換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安裝：curl -o- https://raw.githubusercontent.com/nvm-sh/nvm/v0.40.0/install.sh | bash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 套件管理器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56"/>
                </a:solidFill>
              </a:rPr>
              <a:t>全球最大的套件生態系統，超過 200 萬個套件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基礎指令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20624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64592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初始化專案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420624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84832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package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084832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安裝套件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420624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23744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package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2523744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全域安裝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420624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62656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package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2962656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開發依賴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420624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01568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3401568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執行腳本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420624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40480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3840480"/>
            <a:ext cx="1691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CI 環境安裝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package.json 結構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6459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3D3929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6916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"my-project",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"dev": "vite",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"build": "vite build",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"test": "vitest"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{ ...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"devDependencies":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進階指令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4D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931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</a:rPr>
              <a:t>npm ls - 依賴樹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39319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4D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931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</a:rPr>
              <a:t>npm outdated - 過時套件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429768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4DE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4297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</a:rPr>
              <a:t>npm update - 更新套件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429768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4DE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4297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</a:rPr>
              <a:t>npm audit - 安全檢查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npm 隨 Node.js 一起安裝，無需額外安裝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3D392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CLI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56"/>
                </a:solidFill>
              </a:rPr>
              <a:t>在終端機中完成所有 GitHub 操作，無需離開編輯器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PR 與 Issue 管理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29768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create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64592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建立 Pull Request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429768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84832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084832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列出所有 PR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429768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523744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checkout 123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2523744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切換到 PR 分支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429768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62656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merge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2962656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合併 PR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429768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01568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issue create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3401568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建立 Issue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429768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40480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issue list --label bug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384048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篩選 Issue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倉庫操作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645920"/>
            <a:ext cx="393192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645920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clone owner/repo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164592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克隆倉庫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084832"/>
            <a:ext cx="393192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084832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208483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建立倉庫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23744"/>
            <a:ext cx="3931920" cy="393192"/>
          </a:xfrm>
          <a:prstGeom prst="roundRect">
            <a:avLst>
              <a:gd name="adj" fmla="val 13953"/>
            </a:avLst>
          </a:prstGeom>
          <a:solidFill>
            <a:srgbClr val="3D3929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523744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view --web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69480" y="2523744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A0"/>
                </a:solidFill>
              </a:rPr>
              <a:t>開啟網頁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認證與設定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33832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352044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gh auth login - 登入 GitHub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83480" y="379476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3730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gh auth status - 檢查狀態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406908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gh config set editor vim - 設定偏好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安裝：brew install gh（macOS）| winget install GitHub.cli（Windows）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輔助開發工作流程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56"/>
                </a:solidFill>
              </a:rPr>
              <a:t>讓 AI 助手使用這些工具來加速你的開發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3D392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41732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環境設定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7373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656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41732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3D3929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3929"/>
                </a:solidFill>
              </a:rPr>
              <a:t>安裝依賴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pkg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656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3D3929"/>
          </a:solidFill>
          <a:ln/>
        </p:spPr>
      </p:sp>
      <p:sp>
        <p:nvSpPr>
          <p:cNvPr id="18" name="Shape 16"/>
          <p:cNvSpPr/>
          <p:nvPr/>
        </p:nvSpPr>
        <p:spPr>
          <a:xfrm>
            <a:off x="5623560" y="141732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開發測試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17373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656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086600" y="1280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8E4DE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1417320"/>
            <a:ext cx="457200" cy="411480"/>
          </a:xfrm>
          <a:prstGeom prst="roundRect">
            <a:avLst>
              <a:gd name="adj" fmla="val 17778"/>
            </a:avLst>
          </a:prstGeom>
          <a:solidFill>
            <a:srgbClr val="3D3929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3929"/>
                </a:solidFill>
              </a:rPr>
              <a:t>版本控制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create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merge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34640"/>
            <a:ext cx="4297680" cy="1645920"/>
          </a:xfrm>
          <a:prstGeom prst="roundRect">
            <a:avLst>
              <a:gd name="adj" fmla="val 5556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助手可以幫你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3337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執行 uv init 建立專案結構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593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用 uv add 安裝依賴，無需手動編輯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8496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用 uv run 執行腳本，無需 activate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1056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用 gh 建立 PR 並撰寫描述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8346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3929"/>
                </a:solidFill>
              </a:rPr>
              <a:t>最佳實踐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074920" y="3401568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33375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專案用 uv init，不要手動建 venv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74920" y="3657600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3593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用 uv run 執行，不要 source activate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74920" y="3913632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3849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提交 uv.lock 確保環境一致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74920" y="4169664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41056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用 .nvmrc 鎖定 Node 版本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這些工具讓 AI 助手能夠在你的開發環境中有效地執行任務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快速參考卡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656"/>
                </a:solidFill>
              </a:rPr>
              <a:t>最常用的指令一覽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67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pkg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511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script.py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35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1927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19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lock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280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3D3929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60320" y="17830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install 20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2167128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2167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use 18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2551176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25511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293522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935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alias default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0" y="331927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319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 current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280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17830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167128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167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pkg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551176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5511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script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93522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935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31927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3D3929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319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audit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12801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3D3929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49440" y="17830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auth login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49440" y="2167128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46" name="Text 44"/>
          <p:cNvSpPr/>
          <p:nvPr/>
        </p:nvSpPr>
        <p:spPr>
          <a:xfrm>
            <a:off x="7040880" y="2167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create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2551176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48" name="Text 46"/>
          <p:cNvSpPr/>
          <p:nvPr/>
        </p:nvSpPr>
        <p:spPr>
          <a:xfrm>
            <a:off x="7040880" y="25511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list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9440" y="293522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2935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issue create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49440" y="3319272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E8E4DE"/>
          </a:solidFill>
          <a:ln/>
        </p:spPr>
      </p:sp>
      <p:sp>
        <p:nvSpPr>
          <p:cNvPr id="52" name="Text 50"/>
          <p:cNvSpPr/>
          <p:nvPr/>
        </p:nvSpPr>
        <p:spPr>
          <a:xfrm>
            <a:off x="7040880" y="3319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clone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929"/>
                </a:solidFill>
              </a:rPr>
              <a:t>🔑 重點：用 uv init 建專案，用 uv run 執行，不再需要 pip install 和 source activate！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uv: astral.sh/uv  |  nvm: github.com/nvm-sh/nvm  |  gh: cli.github.com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</a:rPr>
              <a:t>將此頁面列印或截圖作為日常開發參考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1052</Words>
  <Application>Microsoft Office PowerPoint</Application>
  <PresentationFormat>如螢幕大小 (16:9)</PresentationFormat>
  <Paragraphs>319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Courier New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開發者必備工具指南</dc:title>
  <dc:subject>uv / nvm / npm / gh 完整教學</dc:subject>
  <dc:creator>AI Developer Guide</dc:creator>
  <cp:lastModifiedBy>joshhu</cp:lastModifiedBy>
  <cp:revision>1</cp:revision>
  <dcterms:created xsi:type="dcterms:W3CDTF">2026-01-20T11:43:38Z</dcterms:created>
  <dcterms:modified xsi:type="dcterms:W3CDTF">2026-01-20T15:52:54Z</dcterms:modified>
</cp:coreProperties>
</file>