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0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047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Cursor IDE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完整教學指南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6656"/>
                </a:solidFill>
              </a:rPr>
              <a:t>AI 輔助程式開發的新時代工具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929"/>
                </a:solidFill>
              </a:rPr>
              <a:t>Chat 智能對話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929"/>
                </a:solidFill>
              </a:rPr>
              <a:t>Tab 程式碼補全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929"/>
                </a:solidFill>
              </a:rPr>
              <a:t>Cmd K 行內編輯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929"/>
                </a:solidFill>
              </a:rPr>
              <a:t>Agent 自動化模式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什麼是 Cursor?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AI-First 程式碼編輯器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</a:rPr>
              <a:t>Cursor = VS Code + 深度 AI 整合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046720" cy="685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基於 VS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完全相容所有 VS Code 套件與設定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8046720" cy="685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原生 AI 功能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不需額外安裝外掛，開箱即用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8046720" cy="685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多模型支援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Claude 4.5, GPT-5.2, Gemini 3.0 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8046720" cy="685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51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隱私優先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Privacy Mode 確保程式碼不被用於訓練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核心功能總覽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四大 AI 功能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023360" cy="1828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834640" y="1508760"/>
            <a:ext cx="1554480" cy="36576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 + 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929"/>
                </a:solidFill>
              </a:rPr>
              <a:t>與 AI 對話討論程式碼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4023360" cy="182880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132320" y="1508760"/>
            <a:ext cx="1554480" cy="36576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929"/>
                </a:solidFill>
              </a:rPr>
              <a:t>智能程式碼補全與建議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4023360" cy="1828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K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2834640" y="3520440"/>
            <a:ext cx="1554480" cy="36576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3520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 + 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929"/>
                </a:solidFill>
              </a:rPr>
              <a:t>行內 AI 編輯與生成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3291840"/>
            <a:ext cx="4023360" cy="182880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132320" y="3520440"/>
            <a:ext cx="1554480" cy="36576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3520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 + 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114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3929"/>
                </a:solidFill>
              </a:rPr>
              <a:t>自動化多步驟任務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功能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⌘ + L 開啟對話面板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3929"/>
                </a:solidFill>
              </a:rPr>
              <a:t>AI 對話面板可以：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929"/>
                </a:solidFill>
              </a:rPr>
              <a:t>•  詢問程式碼問題與解釋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929"/>
                </a:solidFill>
              </a:rPr>
              <a:t>•  請 AI 幫忙撰寫或修改程式碼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929"/>
                </a:solidFill>
              </a:rPr>
              <a:t>•  Debug 錯誤訊息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929"/>
                </a:solidFill>
              </a:rPr>
              <a:t>•  程式碼審查與優化建議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929"/>
                </a:solidFill>
              </a:rPr>
              <a:t>•  產生測試案例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929"/>
                </a:solidFill>
              </a:rPr>
              <a:t>•  解釋複雜的演算法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188720"/>
            <a:ext cx="3931920" cy="320040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範例對話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1691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這段程式碼在做什麼？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0" y="22402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這個函式實作了二分搜尋...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0" y="2788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可以優化嗎？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0" y="33375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可以使用迭代取代遞迴...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 補全功能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智能程式碼建議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3929"/>
                </a:solidFill>
              </a:rPr>
              <a:t>Tab 補全的特點：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114800" cy="59436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上下文感知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理解整個專案結構與程式碼風格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4114800" cy="59436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04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多行補全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不只補全單字，可補全整個函式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4114800" cy="59436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即時預測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打字時即時顯示灰色建議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4114800" cy="59436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76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快速接受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按 Tab 接受，Esc 忽略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188720"/>
            <a:ext cx="4114800" cy="301752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輸入函式名稱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average(numbers):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sum(numbers)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 / len(numbers)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 灰色文字為 AI 建議，按 Tab 接受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Cmd K 行內編輯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⌘ + K 快速修改程式碼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3929"/>
                </a:solidFill>
              </a:rPr>
              <a:t>選取程式碼後按 ⌘ + K：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929"/>
                </a:solidFill>
              </a:rPr>
              <a:t>→  「重構這個函式」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929"/>
                </a:solidFill>
              </a:rPr>
              <a:t>→  「加入錯誤處理」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929"/>
                </a:solidFill>
              </a:rPr>
              <a:t>→  「轉換成 async/await」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929"/>
                </a:solidFill>
              </a:rPr>
              <a:t>→  「加入 TypeScript 型別」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929"/>
                </a:solidFill>
              </a:rPr>
              <a:t>→  「優化效能」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4114800" cy="32004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使用流程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1. 選取要修改的程式碼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2. 按 ⌘ + K 開啟輸入框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560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3. 輸入修改指令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017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4. 預覽 diff 差異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5. 接受或拒絕修改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模式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⌘ + I 自動化任務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3929"/>
                </a:solidFill>
              </a:rPr>
              <a:t>Agent 可以自動執行多步驟任務：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8412480" cy="685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建立新專案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299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自動建立檔案結構、安裝相依套件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412480" cy="68580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重構整個模組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8072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跨多個檔案進行一致性修改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8412480" cy="685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新增功能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5844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根據需求自動建立相關檔案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8412480" cy="68580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修復 Bug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3616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分析錯誤、找出原因、套用修復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727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</a:rPr>
              <a:t>⚠️ Agent 會直接修改檔案，請在版本控制下使用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 符號指定上下文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精準控制 AI 參考範圍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114800" cy="109728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@Files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指定特定檔案作為參考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@main.py 這個檔案...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4114800" cy="109728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參考選取的程式碼區塊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@Code 這段程式碼...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4114800" cy="109728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@Docs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搜尋官方文件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@Docs React hooks...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2423160"/>
            <a:ext cx="4114800" cy="109728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@Web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搜尋網路資源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@Web 最新 Python 3.12...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4114800" cy="109728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@Codebase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搜尋整個專案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@Codebase 哪裡用到...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3657600"/>
            <a:ext cx="4114800" cy="109728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參考 Git 歷史記錄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@Git 最近的修改...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系統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自訂 AI 行為準則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2026 新版 Rules 架構（舊版 .cursorrules 已棄用）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931920" cy="256032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User Rules（全域）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 &gt; General &gt; Rules for 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• 適用於所有專案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• 純文字格式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• 設定個人偏好的程式碼風格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• 例：「使用繁體中文回覆」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645920"/>
            <a:ext cx="4297680" cy="256032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3D39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3929"/>
                </a:solidFill>
              </a:rPr>
              <a:t>Project Rules（專案）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.cursor/rules/ 目錄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• 僅適用於當前專案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834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• 支援 MDC 格式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• 可針對特定檔案路徑設定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• 可設定自動套用 (alwaysApply)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Rules 詳解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.cursor/rules/ 目錄結構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0040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專案目錄結構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my-project/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.cursor/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rules/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general.mdc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frontend.mdc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testing.mdc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package.json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MDC 格式說明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874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規則描述，顯示在 @ 選單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423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檔案路徑模式 (如 **/*.ts)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alwaysApply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是否自動套用此規則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085"/>
                </a:solidFill>
              </a:rPr>
              <a:t>💡 可透過 @Rules 在 Chat 中手動引用規則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MDC 規則範例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實際的 .mdc 檔案格式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412480" cy="347472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.cursor/rules/typescript.mdc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8562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TypeScript 程式碼規範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1226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globs: **/*.ts, **/*.tsx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36829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alwaysApply: true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6243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1363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TypeScript 開發規則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3924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使用 strict mode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9044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禁止使用 any 型別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所有函式必須有明確的回傳型別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41655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使用 interface 而非 type alias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67258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錯誤處理使用 Result 模式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模型選擇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選擇適合的 AI 模型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412480" cy="77724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9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</a:rPr>
              <a:t>Claude Sonnet 4.5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0" y="1444752"/>
            <a:ext cx="914400" cy="27432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444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推薦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平衡速度與品質，日常開發首選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8412480" cy="77724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58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085"/>
                </a:solidFill>
              </a:rPr>
              <a:t>Claude Opus 4.5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0" y="2313432"/>
            <a:ext cx="914400" cy="274320"/>
          </a:xfrm>
          <a:prstGeom prst="roundRect">
            <a:avLst/>
          </a:prstGeom>
          <a:solidFill>
            <a:srgbClr val="16A085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3134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最強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606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最高品質輸出，複雜任務使用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8412480" cy="77724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27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3929"/>
                </a:solidFill>
              </a:rPr>
              <a:t>GPT-5.2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0" y="3182112"/>
            <a:ext cx="914400" cy="274320"/>
          </a:xfrm>
          <a:prstGeom prst="roundRect">
            <a:avLst/>
          </a:prstGeom>
          <a:solidFill>
            <a:srgbClr val="3D3929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31821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備選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474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OpenAI 模型，某些場景表現佳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8412480" cy="77724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995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6656"/>
                </a:solidFill>
              </a:rPr>
              <a:t>composer1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0" y="4050792"/>
            <a:ext cx="914400" cy="274320"/>
          </a:xfrm>
          <a:prstGeom prst="roundRect">
            <a:avLst/>
          </a:prstGeom>
          <a:solidFill>
            <a:srgbClr val="6B6656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40507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快速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343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Tab 補全專用，速度極快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重要設定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優化你的 Cursor 體驗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412480" cy="82296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Privacy Mode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 &gt; General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啟用後程式碼不會被用於訓練 AI 模型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8412480" cy="82296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86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Codebase Indexing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331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 &gt; Features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建立專案索引，提升 @Codebase 搜尋品質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8412480" cy="82296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Auto-apply rules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246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 &gt; General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自動套用 User Rules 到所有對話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8412480" cy="82296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Tab Completion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 &gt; Features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調整 Tab 補全的敏感度與顯示時機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快捷鍵總覽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提升開發效率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114800" cy="685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1188720" cy="32004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 + 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開啟 Chat 面板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4114800" cy="685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371600"/>
            <a:ext cx="1188720" cy="32004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 + 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行內 AI 編輯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965960"/>
            <a:ext cx="4114800" cy="685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148840"/>
            <a:ext cx="1188720" cy="32004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48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 + 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開啟 Composer / Agent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1965960"/>
            <a:ext cx="4114800" cy="685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2148840"/>
            <a:ext cx="1188720" cy="32004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148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 + Shift + 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將選取程式碼加入 Chat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4114800" cy="685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926080"/>
            <a:ext cx="1188720" cy="32004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接受 AI 補全建議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743200"/>
            <a:ext cx="4114800" cy="685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2926080"/>
            <a:ext cx="1188720" cy="32004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忽略 AI 建議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520440"/>
            <a:ext cx="4114800" cy="685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3703320"/>
            <a:ext cx="1188720" cy="32004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703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 + 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20240" y="3703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顯示快速修復選項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3520440"/>
            <a:ext cx="4114800" cy="68580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3703320"/>
            <a:ext cx="1188720" cy="32004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703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 + Shift + 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3703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刪除整行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最佳實踐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善用 Cursor 的技巧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3716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929"/>
                </a:solidFill>
              </a:rPr>
              <a:t>提供足夠上下文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656"/>
                </a:solidFill>
              </a:rPr>
              <a:t>使用 @ 符號指定相關檔案，讓 AI 理解完整情境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3716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929"/>
                </a:solidFill>
              </a:rPr>
              <a:t>善用 Rules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656"/>
                </a:solidFill>
              </a:rPr>
              <a:t>設定專案規則，確保 AI 輸出符合團隊規範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3716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34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929"/>
                </a:solidFill>
              </a:rPr>
              <a:t>分步驟進行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154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656"/>
                </a:solidFill>
              </a:rPr>
              <a:t>複雜任務拆解成小步驟，逐一確認結果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3716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929"/>
                </a:solidFill>
              </a:rPr>
              <a:t>驗證 AI 輸出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656"/>
                </a:solidFill>
              </a:rPr>
              <a:t>永遠檢查 AI 產生的程式碼，特別是邊界條件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389120"/>
            <a:ext cx="137160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929"/>
                </a:solidFill>
              </a:rPr>
              <a:t>使用版本控制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656"/>
                </a:solidFill>
              </a:rPr>
              <a:t>在 Agent 模式前先 commit，方便回滾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常見問題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FAQ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Q: Cursor 是免費的嗎？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A: 有免費方案，Pro 版 $20/月提供更多功能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Q: VS Code 套件可以用嗎？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A: 是的，Cursor 完全相容 VS Code 套件生態系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Q: 程式碼會被用於訓練嗎？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A: 啟用 Privacy Mode 後不會，企業版預設關閉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Q: 可以離線使用嗎？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929"/>
                </a:solidFill>
              </a:rPr>
              <a:t>A: 基本編輯可以，但 AI 功能需要網路連線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快速參考卡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常用功能一覽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011680" cy="45720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011680" cy="50292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⌘+L 開啟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2011680" cy="50292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@Files 指定檔案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011680" cy="50292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@Codebase 搜尋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2011680" cy="50292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@Docs 查文件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1188720"/>
            <a:ext cx="2011680" cy="457200"/>
          </a:xfrm>
          <a:prstGeom prst="roundRect">
            <a:avLst/>
          </a:prstGeom>
          <a:solidFill>
            <a:srgbClr val="3D3929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0" y="1783080"/>
            <a:ext cx="2011680" cy="50292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Tab 接受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2377440"/>
            <a:ext cx="2011680" cy="50292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Esc 忽略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2971800"/>
            <a:ext cx="2011680" cy="50292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自動觸發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0" y="3566160"/>
            <a:ext cx="2011680" cy="50292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多行補全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1188720"/>
            <a:ext cx="2011680" cy="45720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K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1783080"/>
            <a:ext cx="2011680" cy="50292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⌘+K 開啟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2377440"/>
            <a:ext cx="2011680" cy="50292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選取程式碼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2971800"/>
            <a:ext cx="2011680" cy="50292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輸入指令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3566160"/>
            <a:ext cx="2011680" cy="50292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預覽 diff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32320" y="1188720"/>
            <a:ext cx="2011680" cy="457200"/>
          </a:xfrm>
          <a:prstGeom prst="roundRect">
            <a:avLst/>
          </a:prstGeom>
          <a:solidFill>
            <a:srgbClr val="3D3929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132320" y="1783080"/>
            <a:ext cx="2011680" cy="50292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⌘+I 開啟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32320" y="2377440"/>
            <a:ext cx="2011680" cy="50292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多檔案修改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32320" y="2971800"/>
            <a:ext cx="2011680" cy="50292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自動執行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132320" y="3566160"/>
            <a:ext cx="2011680" cy="502920"/>
          </a:xfrm>
          <a:prstGeom prst="roundRect">
            <a:avLst/>
          </a:prstGeom>
          <a:solidFill>
            <a:srgbClr val="E8E4DE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3566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929"/>
                </a:solidFill>
              </a:rPr>
              <a:t>請先 commit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4251960"/>
            <a:ext cx="8412480" cy="54864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User Rules (全域) → Settings &gt; General | Project Rules → .cursor/rules/*.mdc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資源與連結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656"/>
                </a:solidFill>
              </a:rPr>
              <a:t>延伸學習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412480" cy="73152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Cursor 官網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cursor.com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下載與定價資訊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8412480" cy="73152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官方文件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240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docs.cursor.com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完整功能說明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8412480" cy="73152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Cursor 論壇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3063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forum.cursor.com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337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社群討論與問題回報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8412480" cy="731520"/>
          </a:xfrm>
          <a:prstGeom prst="roundRect">
            <a:avLst/>
          </a:prstGeom>
          <a:solidFill>
            <a:srgbClr val="F3F0EB"/>
          </a:solidFill>
          <a:ln w="12700">
            <a:solidFill>
              <a:srgbClr val="D4CF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YouTube 教學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3886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搜尋 "Cursor IDE Tutorial"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929"/>
                </a:solidFill>
              </a:rPr>
              <a:t>影片教學資源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</a:rPr>
              <a:t>祝你用 Cursor 寫出更好的程式碼！🚀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825</Words>
  <Application>Microsoft Office PowerPoint</Application>
  <PresentationFormat>如螢幕大小 (16:9)</PresentationFormat>
  <Paragraphs>285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2" baseType="lpstr">
      <vt:lpstr>Arial</vt:lpstr>
      <vt:lpstr>Courier New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Cursor IDE 完整教學指南</dc:title>
  <dc:subject>AI 輔助程式開發必備技能</dc:subject>
  <dc:creator>Cursor IDE Guide</dc:creator>
  <cp:lastModifiedBy>joshhu</cp:lastModifiedBy>
  <cp:revision>4</cp:revision>
  <dcterms:created xsi:type="dcterms:W3CDTF">2026-01-20T12:48:07Z</dcterms:created>
  <dcterms:modified xsi:type="dcterms:W3CDTF">2026-01-20T15:53:58Z</dcterms:modified>
</cp:coreProperties>
</file>