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完全指南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從入門到實戰的 Agentic Coding 工具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4023360"/>
            <a:ext cx="1828800" cy="2743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Josh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課程大綱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77240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什麼是 Claude Code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概念與定位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7772400" cy="50292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745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安裝與設定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環境建置一次搞定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377440"/>
            <a:ext cx="777240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377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688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檔案操作、指令執行、程式碼生成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2971800"/>
            <a:ext cx="7772400" cy="50292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971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0632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進階技巧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57200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CLAUDE.md、MCP、Hooks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3566160"/>
            <a:ext cx="777240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6576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實戰演練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7200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從零開始建立專案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4160520"/>
            <a:ext cx="7772400" cy="50292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30" name="Text 23"/>
          <p:cNvSpPr/>
          <p:nvPr/>
        </p:nvSpPr>
        <p:spPr>
          <a:xfrm>
            <a:off x="640080" y="4160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2519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9164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最佳實踐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457200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策略與工作流程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什麼是 Claude Code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的新時代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是什麼？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推出的 CLI 開發工具，讓你在終端機中與 AI 協作寫程式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64008" cy="9144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9385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不只是問答 — Claude 能自主讀取檔案、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執行指令、修改程式碼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5029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606040"/>
            <a:ext cx="64008" cy="9144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679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上下文感知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17320" y="29900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自動理解你的整個專案結構，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不需要手動貼上程式碼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029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657600"/>
            <a:ext cx="64008" cy="9144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730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工具整合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40416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直接跑 bash、讀寫檔案、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搜尋程式碼、管理 git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43600" y="1554480"/>
            <a:ext cx="2926080" cy="25603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43600" y="1554480"/>
            <a:ext cx="292608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7"/>
          <p:cNvSpPr/>
          <p:nvPr/>
        </p:nvSpPr>
        <p:spPr>
          <a:xfrm>
            <a:off x="603504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58368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126480" y="19659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
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╭─────────────────────╮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Claude Code v1.0   │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╰─────────────────────╯
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幫我建立專案結構_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傳統 AI 助手 vs Agentic Coding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B0AEA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傳統 AI 助手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複製程式碼到聊天視窗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AI 回覆建議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手動貼回編輯器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手動執行測試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逐步來回溝通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(Agentic)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Claude 直接讀取你的程式碼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自動分析整個專案結構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直接修改檔案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自動執行測試與驗證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一句話完成複雜任務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核心能力一覽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234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程式碼生成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從需求描述直接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生成完整程式碼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2344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自動修改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65760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直接編輯你的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檔案，不需手動貼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2344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指令執行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922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自動跑 bash、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npm、git 等指令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0632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程式碼搜尋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229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全專案搜尋，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理解上下文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47472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06324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7472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測試驅動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65760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自動寫測試、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執行並修 bug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30936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06324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0936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多語言支援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4922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JS, 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Rust, Go 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安裝與設定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一行指令即可安裝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安裝步驟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安裝（原生安裝器）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0" y="1005840"/>
            <a:ext cx="5120640" cy="7315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051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https://claude.ai/install.sh | bash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其他安裝方式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74720" y="1965960"/>
            <a:ext cx="5120640" cy="7315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011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Homebrew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--cask claude-code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登入認證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74720" y="2926080"/>
            <a:ext cx="5120640" cy="7315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會引導你完成 OAuth 認證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開始使用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474720" y="3886200"/>
            <a:ext cx="5120640" cy="7315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your-project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 Node.js！原生安裝器內建自動更新 · npm 安裝方式已棄用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認證方式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8229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Console (推薦)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OAuth 登入，最簡單的方式。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 claude login 後跟著瀏覽器指示即可。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1234440"/>
            <a:ext cx="822960" cy="3200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1234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64008" cy="8229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設定環境變數 ANTHROPIC_API_KEY。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 CI/CD 或自動化場景。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2194560"/>
            <a:ext cx="822960" cy="32004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2194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64008" cy="8229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AWS 的 Bedrock 服務使用。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需要設定 AWS credentials。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3154680"/>
            <a:ext cx="822960" cy="32004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3154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86200"/>
            <a:ext cx="64008" cy="8229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健康檢查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251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 claude doctor 檢查安裝狀態。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自動診斷環境問題與連線。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4114800"/>
            <a:ext cx="822960" cy="32004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4114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Claude 成為你的編程夥伴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15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基本啟動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my-project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帶初始 prompt 啟動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"幫我分析這個專案的架構"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非互動模式（適合腳本）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-p "列出所有 TODO 項目"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 模式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error.log | claude -p "分析這個錯誤"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建議：永遠在專案根目錄啟動，Claude 會自動理解專案結構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類別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初始化 CLAUDE.md 專案記憶檔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56232"/>
            <a:ext cx="8046720" cy="41148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562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壓縮對話歷史，節省 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18562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295144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2951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2951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查看目前 token 使用量與費用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22951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734056"/>
            <a:ext cx="8046720" cy="41148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340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27340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清除對話歷史，重新開始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273405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172968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172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17520" y="3172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顯示所有可用指令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31729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8046720" cy="41148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17520" y="3611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切換使用的模型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3611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050792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/permissions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17520" y="4050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管理工具權限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4050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489704"/>
            <a:ext cx="8046720" cy="41148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4897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017520" y="44897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當前變更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0" y="44897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檔案操作能力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讀取檔案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74720" y="1188720"/>
            <a:ext cx="4937760" cy="5486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12161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讀取 src/main.py 並解釋每個函數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建立檔案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474720" y="2148840"/>
            <a:ext cx="4937760" cy="5486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9"/>
          <p:cNvSpPr/>
          <p:nvPr/>
        </p:nvSpPr>
        <p:spPr>
          <a:xfrm>
            <a:off x="3657600" y="21762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建立 utils/helpers.py，包含日期處理函數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修改檔案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3474720" y="3108960"/>
            <a:ext cx="4937760" cy="5486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Text 13"/>
          <p:cNvSpPr/>
          <p:nvPr/>
        </p:nvSpPr>
        <p:spPr>
          <a:xfrm>
            <a:off x="3657600" y="31363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把 @config.py 中的 DEBUG 改成 False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148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搜尋程式碼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3474720" y="4069080"/>
            <a:ext cx="4937760" cy="5486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17"/>
          <p:cNvSpPr/>
          <p:nvPr/>
        </p:nvSpPr>
        <p:spPr>
          <a:xfrm>
            <a:off x="3657600" y="40965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搜尋專案中所有使用 deprecated API 的地方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引用 — 精準提供上下文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@ 直接引用檔案，讓 Claude 精準理解你要操作的對象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@src/app.py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引用單一檔案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@src/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引用整個資料夾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@package.json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743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引用設定檔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@https://docs.example.com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3383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引用網頁文件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看一下 </a:t>
            </a:r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@src/auth.py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和 </a:t>
            </a:r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@src/middleware.py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有沒有安全漏洞？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整合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097280" cy="3200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005840"/>
            <a:ext cx="6766560" cy="594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051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看一下目前的 git diff，幫我寫 commit message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097280" cy="3200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783080"/>
            <a:ext cx="6766560" cy="594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828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建立一個新 branch 叫 feature/auth，開始實作登入功能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1097280" cy="3200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560320"/>
            <a:ext cx="6766560" cy="594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2606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Review 最近 3 個 commits，有沒有可以改進的地方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097280" cy="3200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3337560"/>
            <a:ext cx="6766560" cy="594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3383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幫我解決這個 merge conflict @src/main.py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097280" cy="3200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4114800"/>
            <a:ext cx="6766560" cy="594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4160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看一下 CI 失敗的原因，幫我修好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權限管理與安全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預設需要你確認每個操作，確保安全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45920"/>
            <a:ext cx="64008" cy="7772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每次都詢問（預設）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最安全，適合初學者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560320"/>
            <a:ext cx="64008" cy="7772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Auto-allow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2944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自動允許特定操作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設定信任的指令類型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474720"/>
            <a:ext cx="64008" cy="77724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2960" y="3858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永遠拒絕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阻止危險操作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設定方式：/permissions 或 .claude/settings.json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進階技巧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CLAUDE.md、MCP、Hooks 與更多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專案記憶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是放在專案根目錄的特殊檔案，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每次啟動都會自動讀取。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專案背景與技術棧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程式碼風格與慣例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常用指令與工作流程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260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特殊注意事項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37560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團隊成員偏好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937760" y="141732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Voice Clone Project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Tech Stack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Python 3.12 + Qwen3-TTS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FastAPI for API server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type hints everywhere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Logging over print()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Audio files in audio/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Notes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GPU: RTX 4090 (24GB)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bfloat16 + flash_attn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記憶層級架構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CLAUDE.md（專案）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~/project/CLAUDE.md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當前專案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CLAUDE.md（使用者）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~/.claude/CLAUDE.md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所有專案共用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3566160"/>
            <a:ext cx="6583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80160" y="3566160"/>
            <a:ext cx="6583680" cy="36576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3566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CLAUDE.md（企業）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設定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全組織統一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— Model Context Protocol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Claude Code 連接外部工具與服務的標準協議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64008" cy="6858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819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資料庫連接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810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直接查詢 PostgreSQL, MongoDB, Redis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286000"/>
            <a:ext cx="64008" cy="6858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0487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整合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17320" y="2633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串接 GitHub, Jira, Slack 等服務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108960"/>
            <a:ext cx="64008" cy="6858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2783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檔案系統擴充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3456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存取遠端檔案系統或雲端儲存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931920"/>
            <a:ext cx="64008" cy="6858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5079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自訂工具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417320" y="4279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Python/TypeScript 寫自己的 MCP server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— 自動化工作流程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Claude 執行特定操作時自動觸發自訂腳本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1645920" cy="6858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工具執行前觸發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範例：自動備份檔案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6858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286000"/>
            <a:ext cx="1645920" cy="6858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工具執行後觸發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範例：自動跑 linter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80467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108960"/>
            <a:ext cx="1645920" cy="6858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需要通知用戶時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範例：發送 Slack 通知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31920"/>
            <a:ext cx="1645920" cy="6858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對話結束時觸發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7744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範例：自動整理 log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 Slash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.claude/commands/ 建立 Markdown 檔案，即可新增自訂指令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.claude/commands/review.md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Review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請幫我 review 目前的變更：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檢查程式碼風格是否一致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檢查是否有潛在 bug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檢查測試覆蓋率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給出改善建議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使用方式：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/review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實戰演練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從零開始建立一個完整專案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1：建立專案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幫我建立一個 voice-clone 專案：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Python 3.12 + uv 環境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uv add qwen-tts, soundfile, fastapi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建立 src/, audio/, tests/ 結構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初始化 CLAUDE.md 和 pyproject.toml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089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會自動執行所有步驟：建環境、裝套件、建資料夾、寫檔案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用 uv init 建立專案並安裝所有套件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建立完整的資料夾結構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產生 pyproject.toml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初始化 CLAUDE.md 並寫入專案資訊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2：撰寫核心功能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幫我寫 src/cloner.py，建立 VoiceCloner 類別：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載入 Qwen3-TTS 模型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register_voice() 註冊聲音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clone_and_speak() 克隆合成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加上 logging 和錯誤處理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關鍵：用自然語言描述需求，Claude 自動產生完整實作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73552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3246120"/>
            <a:ext cx="6583680" cy="411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32735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執行 src/cloner.py，確認沒有錯誤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67912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然後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3840480"/>
            <a:ext cx="6583680" cy="411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2194560" y="38679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幫我寫單元測試 tests/test_clone.py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462272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62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0" y="4434840"/>
            <a:ext cx="6583680" cy="411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44622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跑測試，修好所有失敗的 case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3：包裝成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2286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FastAPI 寫 src/server.py：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/clone   上傳音檔+文字，回傳克隆語音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/register 註冊一個聲音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/speak   用已註冊聲音說話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 /voices  列出已註冊聲音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啟動 server 並用 curl 測試每個 endpoint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從需求到可運行的 API，只需要兩句話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最佳實踐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寫出更好的 Prompt，得到更好的結果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策略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具體明確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685800"/>
          </a:xfrm>
          <a:prstGeom prst="rect">
            <a:avLst/>
          </a:prstGeom>
          <a:solidFill>
            <a:srgbClr val="EFFFE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6858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幫我寫一個函數，輸入 WAV 檔案路徑，回傳音訊長度（秒）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31920" cy="685800"/>
          </a:xfrm>
          <a:prstGeom prst="rect">
            <a:avLst/>
          </a:prstGeom>
          <a:solidFill>
            <a:srgbClr val="FFF0EF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417320"/>
            <a:ext cx="54864" cy="68580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63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幫我處理音訊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分步驟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931920" cy="685800"/>
          </a:xfrm>
          <a:prstGeom prst="rect">
            <a:avLst/>
          </a:prstGeom>
          <a:solidFill>
            <a:srgbClr val="EFFFE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88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先讀取 config.py，然後加入 database URL 設定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3931920" cy="685800"/>
          </a:xfrm>
          <a:prstGeom prst="rect">
            <a:avLst/>
          </a:prstGeom>
          <a:solidFill>
            <a:srgbClr val="FFF0E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743200"/>
            <a:ext cx="54864" cy="68580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788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改一下 config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給上下文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931920" cy="685800"/>
          </a:xfrm>
          <a:prstGeom prst="rect">
            <a:avLst/>
          </a:prstGeom>
          <a:solidFill>
            <a:srgbClr val="EFFFE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69080"/>
            <a:ext cx="54864" cy="6858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我在用 FastAPI + Qwen3-TTS，幫我寫語音合成 endpoint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4069080"/>
            <a:ext cx="3931920" cy="685800"/>
          </a:xfrm>
          <a:prstGeom prst="rect">
            <a:avLst/>
          </a:prstGeom>
          <a:solidFill>
            <a:srgbClr val="FFF0EF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4069080"/>
            <a:ext cx="54864" cy="68580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4114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幫我寫 API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高效工作流程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先規劃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 Claude 先列出實作計劃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「幫我規劃這個功能的實作步驟」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92808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再執行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確認計劃後逐步實作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「按照計劃開始實作第一步」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70048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勤驗證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每完成一步就測試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「跑一下測試確認沒問題」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47288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善用 /compact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對話太長時壓縮歷史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 context 精簡高效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24528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迭代改善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不滿意就直接說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「這個方法太慢，換一個」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重點回顧</a:t>
            </a:r>
            <a:endParaRPr lang="en-US" sz="3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是 Agentic Coding 工具，不只問答，而是自主行動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43200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37360" y="27249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是專案記憶，讓 Claude 理解你的專案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200400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37360" y="31638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善用 @ 引用、Slash Commands 提升效率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657600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37360" y="36027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擴充外部工具，Hooks 自動化流程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114800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737360" y="4041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好的 Prompt = 具體 + 分步 + 有上下文</a:t>
            </a:r>
            <a:endParaRPr lang="en-US" sz="1400" dirty="0"/>
          </a:p>
        </p:txBody>
      </p:sp>
      <p:sp>
        <p:nvSpPr>
          <p:cNvPr id="15" name="Shape 7"/>
          <p:cNvSpPr/>
          <p:nvPr/>
        </p:nvSpPr>
        <p:spPr>
          <a:xfrm>
            <a:off x="3200400" y="4572000"/>
            <a:ext cx="2743200" cy="2743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Qwen3-TTS Voice Clone 實戰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完全指南</dc:title>
  <dc:subject>PptxGenJS Presentation</dc:subject>
  <dc:creator>Josh</dc:creator>
  <cp:lastModifiedBy>Josh</cp:lastModifiedBy>
  <cp:revision>1</cp:revision>
  <dcterms:created xsi:type="dcterms:W3CDTF">2026-02-24T15:42:57Z</dcterms:created>
  <dcterms:modified xsi:type="dcterms:W3CDTF">2026-02-24T15:42:57Z</dcterms:modified>
</cp:coreProperties>
</file>