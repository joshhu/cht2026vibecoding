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38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9144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Qwen3-TTS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Clone 實戰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秒克隆任何聲音的開源 TTS 模型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0" y="4023360"/>
            <a:ext cx="1828800" cy="2743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Josh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課程大綱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777240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280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Qwen3-TTS 模型總覽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0" y="1188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架構、模型家族、技術亮點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783080"/>
            <a:ext cx="7772400" cy="502920"/>
          </a:xfrm>
          <a:prstGeom prst="rect">
            <a:avLst/>
          </a:prstGeom>
          <a:solidFill>
            <a:srgbClr val="FAF9F5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783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8745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環境建置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安裝套件、硬體需求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2377440"/>
            <a:ext cx="777240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2377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4688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基礎語音合成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572000" y="2377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預設音色、情感控制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2971800"/>
            <a:ext cx="7772400" cy="502920"/>
          </a:xfrm>
          <a:prstGeom prst="rect">
            <a:avLst/>
          </a:prstGeom>
          <a:solidFill>
            <a:srgbClr val="FAF9F5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29718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0632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秒語音克隆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572000" y="2971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核心功能實作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3566160"/>
            <a:ext cx="777240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3566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36576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3566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進階應用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72000" y="3566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批次生成、Voice Design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548640" y="4160520"/>
            <a:ext cx="7772400" cy="502920"/>
          </a:xfrm>
          <a:prstGeom prst="rect">
            <a:avLst/>
          </a:prstGeom>
          <a:solidFill>
            <a:srgbClr val="FAF9F5"/>
          </a:solidFill>
          <a:ln/>
        </p:spPr>
      </p:sp>
      <p:sp>
        <p:nvSpPr>
          <p:cNvPr id="30" name="Text 23"/>
          <p:cNvSpPr/>
          <p:nvPr/>
        </p:nvSpPr>
        <p:spPr>
          <a:xfrm>
            <a:off x="640080" y="41605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42519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691640" y="4160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 Web App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4572000" y="4160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打造互動式語音介面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Qwen3-TTS 模型總覽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阿里雲通義團隊的開源語音合成模型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Qwen3-TTS 是什麼？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1 月發布的全方位語音合成模型系列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語音克隆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97480" y="14630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A9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69748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多語言支援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84632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延遲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95160" y="14630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99516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2468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最大參數量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由阿里雲通義團隊開發，Apache 2.0 開源授權，完全免費商用</a:t>
            </a:r>
            <a:endParaRPr lang="en-US" sz="14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749040"/>
            <a:ext cx="228600" cy="2286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9164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超越 MiniMax、ElevenLabs 的克隆品質</a:t>
            </a:r>
            <a:endParaRPr lang="en-US" sz="11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749040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25196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支援串流模式即時生成</a:t>
            </a:r>
            <a:endParaRPr lang="en-US" sz="11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74904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81228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穩定生成超過 10 分鐘長文本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模型家族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參數量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0" y="1005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串流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8046720" cy="502920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463040"/>
            <a:ext cx="64008" cy="5029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Qwen3-TTS-12Hz-1.7B-Base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463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語音克隆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0" y="1463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011680"/>
            <a:ext cx="804672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0116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Qwen3-TTS-12Hz-0.6B-Base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011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輕量克隆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0" y="2011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56032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560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Qwen3-TTS-12Hz-1.7B-CustomVoice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種預設音色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63840" y="2560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108960"/>
            <a:ext cx="804672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Qwen3-TTS-12Hz-0.6B-CustomVoice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3108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輕量預設音色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63840" y="3108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65760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657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Qwen3-TTS-12Hz-1.7B-VoiceDesign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文字描述生成音色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63840" y="3657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8C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本課程主要使用 1.7B-Base 模型進行語音克隆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支援 10 種語言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包含跨語言克隆：用中文參考音檔生成英文語音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55448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67712" y="137160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70632" y="155448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277063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67712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86784" y="137160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9704" y="1554480"/>
            <a:ext cx="548640" cy="54864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15" name="Text 13"/>
          <p:cNvSpPr/>
          <p:nvPr/>
        </p:nvSpPr>
        <p:spPr>
          <a:xfrm>
            <a:off x="448970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86784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日本語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05856" y="137160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08776" y="155448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05856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24928" y="137160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927848" y="155448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23" name="Text 21"/>
          <p:cNvSpPr/>
          <p:nvPr/>
        </p:nvSpPr>
        <p:spPr>
          <a:xfrm>
            <a:off x="792784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24928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01752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51560" y="3200400"/>
            <a:ext cx="548640" cy="54864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Francais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267712" y="301752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70632" y="320040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1" name="Text 29"/>
          <p:cNvSpPr/>
          <p:nvPr/>
        </p:nvSpPr>
        <p:spPr>
          <a:xfrm>
            <a:off x="2770632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267712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986784" y="301752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89704" y="3200400"/>
            <a:ext cx="548640" cy="548640"/>
          </a:xfrm>
          <a:prstGeom prst="ellipse">
            <a:avLst/>
          </a:prstGeom>
          <a:solidFill>
            <a:srgbClr val="6A9BCC"/>
          </a:solidFill>
          <a:ln/>
        </p:spPr>
      </p:sp>
      <p:sp>
        <p:nvSpPr>
          <p:cNvPr id="35" name="Text 33"/>
          <p:cNvSpPr/>
          <p:nvPr/>
        </p:nvSpPr>
        <p:spPr>
          <a:xfrm>
            <a:off x="4489704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986784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705856" y="301752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08776" y="3200400"/>
            <a:ext cx="548640" cy="548640"/>
          </a:xfrm>
          <a:prstGeom prst="ellipse">
            <a:avLst/>
          </a:prstGeom>
          <a:solidFill>
            <a:srgbClr val="788C5D"/>
          </a:solidFill>
          <a:ln/>
        </p:spPr>
      </p:sp>
      <p:sp>
        <p:nvSpPr>
          <p:cNvPr id="39" name="Text 37"/>
          <p:cNvSpPr/>
          <p:nvPr/>
        </p:nvSpPr>
        <p:spPr>
          <a:xfrm>
            <a:off x="6208776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705856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Espanol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424928" y="301752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927848" y="3200400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3" name="Text 41"/>
          <p:cNvSpPr/>
          <p:nvPr/>
        </p:nvSpPr>
        <p:spPr>
          <a:xfrm>
            <a:off x="7927848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424928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Italiano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語音克隆原理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2468880" cy="73152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4630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秒以上的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參考音檔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對應文字稿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19456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0" y="118872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0" y="1188720"/>
            <a:ext cx="2468880" cy="73152"/>
          </a:xfrm>
          <a:prstGeom prst="rect">
            <a:avLst/>
          </a:prstGeom>
          <a:solidFill>
            <a:srgbClr val="6A9BC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146304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0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處理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384048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提取說話者的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聲紋特徵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(Speaker Embedding)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194560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675120" y="118872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675120" y="1188720"/>
            <a:ext cx="2468880" cy="73152"/>
          </a:xfrm>
          <a:prstGeom prst="rect">
            <a:avLst/>
          </a:prstGeom>
          <a:solidFill>
            <a:srgbClr val="788C5D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46304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7512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輸出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685800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用該說話者的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聲音念出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任何新的文字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2" name="Text 15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ref_audio（參考音檔）+ ref_text（文字稿）= 完美克隆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環境建置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Claude Code 一鍵搞定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硬體需求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solidFill>
            <a:srgbClr val="14141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1.7B 模型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0.6B 模型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12GB+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1463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6GB+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804672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16GB+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8GB+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560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推薦 GPU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2560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3090 / 4090 / A100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560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3060 / 4060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8046720" cy="50292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108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推薦精度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108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bfloat16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3108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bfloat16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840480"/>
            <a:ext cx="64008" cy="73152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77640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80160" y="38404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VRAM 不夠？用 0.6B 模型，或搭配 flash_attention_2 節省記憶體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安裝指令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直接對 Claude Code 下指令：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320040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98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●  ●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7680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幫我建立 voice-clone 專案：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uv init voice-clone, Python 3.12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uv add qwen-tts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uv add flash-attn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uv add gradio soundfile whisper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yt-dlp numpy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建立 src/ audio/ tests/ 結構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6. 初始化 CLAUDE.md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確認安裝成功，印出版本號和 GPU 資訊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基礎語音合成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預設音色與情感控制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CustomVoice 預設音色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Qwen3-TTS-12Hz-1.7B-CustomVoice 模型，無需任何參考音檔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371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Chelsie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29000" y="137160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554480"/>
            <a:ext cx="457200" cy="45720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6459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371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Ethan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309360" y="137160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46520" y="1554480"/>
            <a:ext cx="457200" cy="457200"/>
          </a:xfrm>
          <a:prstGeom prst="ellipse">
            <a:avLst/>
          </a:prstGeom>
          <a:solidFill>
            <a:srgbClr val="788C5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459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137160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Aidan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48640" y="246888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85800" y="265176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24688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Serena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3429000" y="246888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566160" y="2651760"/>
            <a:ext cx="457200" cy="45720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7432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160520" y="24688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1500" dirty="0"/>
          </a:p>
        </p:txBody>
      </p:sp>
      <p:sp>
        <p:nvSpPr>
          <p:cNvPr id="25" name="Shape 18"/>
          <p:cNvSpPr/>
          <p:nvPr/>
        </p:nvSpPr>
        <p:spPr>
          <a:xfrm>
            <a:off x="6309360" y="246888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46520" y="2651760"/>
            <a:ext cx="457200" cy="457200"/>
          </a:xfrm>
          <a:prstGeom prst="ellipse">
            <a:avLst/>
          </a:prstGeom>
          <a:solidFill>
            <a:srgbClr val="788C5D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74320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40880" y="24688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</a:t>
            </a:r>
            <a:endParaRPr lang="en-US" sz="1500" dirty="0"/>
          </a:p>
        </p:txBody>
      </p:sp>
      <p:sp>
        <p:nvSpPr>
          <p:cNvPr id="29" name="Shape 21"/>
          <p:cNvSpPr/>
          <p:nvPr/>
        </p:nvSpPr>
        <p:spPr>
          <a:xfrm>
            <a:off x="548640" y="356616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85800" y="374904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4048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280160" y="35661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Kael</a:t>
            </a:r>
            <a:endParaRPr lang="en-US" sz="1500" dirty="0"/>
          </a:p>
        </p:txBody>
      </p:sp>
      <p:sp>
        <p:nvSpPr>
          <p:cNvPr id="33" name="Shape 24"/>
          <p:cNvSpPr/>
          <p:nvPr/>
        </p:nvSpPr>
        <p:spPr>
          <a:xfrm>
            <a:off x="3429000" y="356616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3566160" y="3749040"/>
            <a:ext cx="457200" cy="457200"/>
          </a:xfrm>
          <a:prstGeom prst="ellipse">
            <a:avLst/>
          </a:prstGeom>
          <a:solidFill>
            <a:srgbClr val="6A9BCC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840480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160520" y="35661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Vivian</a:t>
            </a:r>
            <a:endParaRPr lang="en-US" sz="1500" dirty="0"/>
          </a:p>
        </p:txBody>
      </p:sp>
      <p:sp>
        <p:nvSpPr>
          <p:cNvPr id="37" name="Shape 27"/>
          <p:cNvSpPr/>
          <p:nvPr/>
        </p:nvSpPr>
        <p:spPr>
          <a:xfrm>
            <a:off x="6309360" y="3566160"/>
            <a:ext cx="26517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6446520" y="3749040"/>
            <a:ext cx="457200" cy="457200"/>
          </a:xfrm>
          <a:prstGeom prst="ellipse">
            <a:avLst/>
          </a:prstGeom>
          <a:solidFill>
            <a:srgbClr val="788C5D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840480"/>
            <a:ext cx="274320" cy="27432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040880" y="35661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Lucia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動手做：第一個語音合成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201168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看 HuggingFace 上 Qwen3-TTS-12Hz-1.7B-CustomVoice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的官方範例程式，幫我寫 src/synthesizer.py：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用 Qwen3TTSModel.from_pretrained 載入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用 "Chelsie" 合成英文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用 "Ethan" 合成中文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soundfile 存到 audio/output/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執行看結果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 API：model.generate_custom_voice(text, language, speaker)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3703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要合成的文字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050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40507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語言："Chinese", "English", "Japanese"...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3982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439826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音色名稱："Chelsie", "Ethan"...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7457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47457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(可選) 情感指令："excited", "calm"...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情感控制：instruct 參數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28016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看 HuggingFace 的 instruct 範例，修改 synthesizer.py：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instruct="excited and energetic"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instruct="calm and soothing"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各生成一個，比較差異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560320"/>
            <a:ext cx="1920240" cy="73152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語速快、音調高、充滿活力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256032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2560320"/>
            <a:ext cx="1920240" cy="73152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32004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語速慢、音調平穩、放鬆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56032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2560320"/>
            <a:ext cx="1920240" cy="73152"/>
          </a:xfrm>
          <a:prstGeom prst="rect">
            <a:avLst/>
          </a:prstGeom>
          <a:solidFill>
            <a:srgbClr val="B0AEA5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83480" y="32004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語速慢、音調低、帶有感傷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95160" y="256032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95160" y="2560320"/>
            <a:ext cx="1920240" cy="73152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2697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32004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堅定有力、節奏穩定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秒語音克隆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核心功能實戰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474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VoiceCloner 類別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338328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看 HuggingFace 上 Qwen3-TTS-12Hz-1.7B-Base 的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官方 voice clone 範例，幫我寫 src/cloner.py：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__init__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Qwen3TTSModel.from_pretrained 載入模型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維護 voice_prompts 字典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register_voice(name, ref_audio, ref_text)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用 create_voice_clone_prompt 建立 prompt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clone_and_speak(text, language, voice_name, ...)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用 generate_voice_clone 克隆合成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加上 logging 和錯誤處理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核心概念：先 register 一次，之後可以重複使用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用官方音檔測試克隆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看 HuggingFace 上的官方 clone.wav 範例，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在 cloner.py 的 main 中：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用官方 ref_audio URL：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qianwen-res.oss.../clone.wav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ref_text = "Okay. And thanks to you."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克隆後說一段中文：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"這是語音克隆技術生成的聲音"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執行看結果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跨語言克隆：英文參考音檔 → 中文輸出，聲音特徵完美保留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錄製自己的參考音檔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幫我寫 src/record.py：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用 sounddevice 錄 5 秒 (16kHz, mono)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- 3 秒倒數提示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存到 audio/reference/my_voice.wav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錄完印出時長和取樣率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錄音品質建議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6499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218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至少 3 秒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太短會降低克隆品質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320040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3649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3218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安靜環境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0352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背景噪音會影響聲紋提取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336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4087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清晰說話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9728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語速適中，發音清楚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406908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23367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03520" y="4087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 格式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30352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無壓縮格式保留最多細節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用自己的聲音克隆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82880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修改 cloner.py 的 main：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register_voice("my_voice",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audio/reference/my_voice.wav, "我說的話")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用 my_voice 生成三句話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包含中文和英文（跨語言測試）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執行看結果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34440" y="310896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錄製 5 秒參考音檔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3200400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83280" y="310896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69748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register_voice 註冊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200400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532120" y="310896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1"/>
          <p:cNvSpPr/>
          <p:nvPr/>
        </p:nvSpPr>
        <p:spPr>
          <a:xfrm>
            <a:off x="55321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84632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clone_and_speak 生成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3200400"/>
            <a:ext cx="182880" cy="1828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680960" y="3108960"/>
            <a:ext cx="457200" cy="4572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9" name="Text 14"/>
          <p:cNvSpPr/>
          <p:nvPr/>
        </p:nvSpPr>
        <p:spPr>
          <a:xfrm>
            <a:off x="76809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995160" y="3657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聽結果，調整品質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跨語言克隆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用中文參考音檔，生成任何語言的語音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用我的中文參考音檔，分別生成：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一段英文語音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一段日文語音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一段韓文語音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測試跨語言克隆效果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3383280"/>
            <a:ext cx="1828800" cy="73152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中文音檔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3749040"/>
            <a:ext cx="2011680" cy="0"/>
          </a:xfrm>
          <a:prstGeom prst="line">
            <a:avLst/>
          </a:prstGeom>
          <a:noFill/>
          <a:ln w="12700">
            <a:solidFill>
              <a:srgbClr val="B0AEA5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303520" y="3108960"/>
            <a:ext cx="1828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0" y="3108960"/>
            <a:ext cx="54864" cy="5029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3108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3749040"/>
            <a:ext cx="2011680" cy="0"/>
          </a:xfrm>
          <a:prstGeom prst="line">
            <a:avLst/>
          </a:prstGeom>
          <a:noFill/>
          <a:ln w="12700">
            <a:solidFill>
              <a:srgbClr val="B0AEA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303520" y="3611880"/>
            <a:ext cx="1828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0" y="3611880"/>
            <a:ext cx="54864" cy="5029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3611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日本語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0" y="3749040"/>
            <a:ext cx="2011680" cy="0"/>
          </a:xfrm>
          <a:prstGeom prst="line">
            <a:avLst/>
          </a:prstGeom>
          <a:noFill/>
          <a:ln w="12700">
            <a:solidFill>
              <a:srgbClr val="B0AEA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303520" y="4114800"/>
            <a:ext cx="1828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0" y="4114800"/>
            <a:ext cx="54864" cy="50292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4114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Korean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進階應用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批次生成、Voice Design、無文字稿模式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批次語音生成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適用場景：有聲書、Podcast、多語言配音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182880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在 VoiceCloner 加入 batch_generate：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接受 texts 列表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tqdm 進度條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每段之間 0.5 秒靜音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numpy 合併成完整音檔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示範：5 段句子 → audiobook_demo.wav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1280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566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句子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35661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77440" y="3566160"/>
            <a:ext cx="1280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3566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句子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23360" y="3566160"/>
            <a:ext cx="1280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0" y="3566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句子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35661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0" y="3566160"/>
            <a:ext cx="12801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3566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35661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0" y="3566160"/>
            <a:ext cx="1280160" cy="640080"/>
          </a:xfrm>
          <a:prstGeom prst="rect">
            <a:avLst/>
          </a:prstGeom>
          <a:solidFill>
            <a:srgbClr val="D9775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3566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合併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無文字稿模式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沒有參考音檔的文字稿？用 x_vector_only_mode 也能克隆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3840480" cy="41148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有文字稿（推薦）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ref_audio + ref_text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品質最高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聲音最像原始說話者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需要提供音檔對應文字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63040"/>
            <a:ext cx="3840480" cy="41148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無文字稿 (x_vector_only)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ref_audio only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品質略低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只用聲紋嵌入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更方便，不需文字稿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比較有無 ref_text 的克隆品質差異，</a:t>
            </a: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存成 with_text.wav 和 without_text.wav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Design — 文字創造聲音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用自然語言描述，生成全新的聲音，無需任何參考音檔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看 HuggingFace 上 Qwen3-TTS-12Hz-1.7B-VoiceDesign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的範例，寫 src/voice_designer.py：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"warm friendly female, British accent"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A9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"deep authoritative male, news anchor"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"cheerful young, energetic YouTuber"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執行看結果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291840"/>
            <a:ext cx="2651760" cy="73152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4290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friendly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voice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4720" y="329184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3291840"/>
            <a:ext cx="2651760" cy="73152"/>
          </a:xfrm>
          <a:prstGeom prst="rect">
            <a:avLst/>
          </a:prstGeom>
          <a:solidFill>
            <a:srgbClr val="6A9BC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4290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Deep, authoritative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voice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0" y="3291840"/>
            <a:ext cx="26517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0" y="3291840"/>
            <a:ext cx="2651760" cy="73152"/>
          </a:xfrm>
          <a:prstGeom prst="rect">
            <a:avLst/>
          </a:prstGeom>
          <a:solidFill>
            <a:srgbClr val="788C5D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4290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Cheerful, energetic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voice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Gradio Web App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打造互動式語音合成介面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架構總覽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914400" cy="77724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用自然語言描述想要的聲音特質，AI 即時創造全新聲音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20240"/>
            <a:ext cx="914400" cy="777240"/>
          </a:xfrm>
          <a:prstGeom prst="rect">
            <a:avLst/>
          </a:prstGeom>
          <a:solidFill>
            <a:srgbClr val="6A9BC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202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Clone + YouTube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上傳音檔或貼 YouTube 連結，Whisper 自動轉錄，一鍵克隆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34640"/>
            <a:ext cx="914400" cy="777240"/>
          </a:xfrm>
          <a:prstGeom prst="rect">
            <a:avLst/>
          </a:prstGeom>
          <a:solidFill>
            <a:srgbClr val="788C5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346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CustomVoice TTS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246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位內建說話者 + 風格指令，快速合成高品質語音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749040"/>
            <a:ext cx="914400" cy="777240"/>
          </a:xfrm>
          <a:prstGeom prst="rect">
            <a:avLst/>
          </a:prstGeom>
          <a:solidFill>
            <a:srgbClr val="B0AEA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490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4592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智慧 VRAM 管理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同時只載入一個模型，自動釋放顯存，RTX 3080 Ti 也能跑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Gradio Web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 Gradio 寫 app.py，做三個 Tab：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Tab 1: Voice Design（用自然語言描述聲音）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Tab 2: Voice Clone（上傳音檔或 YouTube 連結）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Tab 3: CustomVoice TTS（內建說話者 + 風格指令）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加入智慧 VRAM 管理：同時只載入一個模型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Voice Clone 加入 yt_dlp 下載 + Whisper 自動轉錄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輸出自動存到 outputs/ 資料夾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app.py 啟動並幫我測試三個 Tab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一段 Prompt = 完整互動式語音合成 Web App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測試與驗證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64592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幫我寫 tests/test_clone.py：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pytest + mock 模型載入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測試三個 Tab 的生成功能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測試錯誤處理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uv run pytest 並確認全部通過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常見問題排除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CUDA OOM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3429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改用 0.6B 模型 + torch.cuda.empty_cache()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flash-attn 失敗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3840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移除 attn_implementation 參數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音質不佳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4251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確保音檔清晰、無噪音、至少 3 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中文斷句奇怪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4663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在文字中加入適當標點符號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課後延伸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串流式生成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邊生成邊播放，實現低延遲即時 TTS 體驗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0" y="1143000"/>
            <a:ext cx="3383280" cy="5029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6"/>
          <p:cNvSpPr/>
          <p:nvPr/>
        </p:nvSpPr>
        <p:spPr>
          <a:xfrm>
            <a:off x="5166360" y="11704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幫 app.py 加入串流式語音生成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488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多說話者對話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25880" y="2350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多個角色輪流發言，模擬真實對話場景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0" y="2103120"/>
            <a:ext cx="3383280" cy="5029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1"/>
          <p:cNvSpPr/>
          <p:nvPr/>
        </p:nvSpPr>
        <p:spPr>
          <a:xfrm>
            <a:off x="5166360" y="2130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加一個多說話者對話功能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1089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有聲書生成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325880" y="3310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批次處理長文本，自動斷句分章輸出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029200" y="3063240"/>
            <a:ext cx="3383280" cy="5029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Text 16"/>
          <p:cNvSpPr/>
          <p:nvPr/>
        </p:nvSpPr>
        <p:spPr>
          <a:xfrm>
            <a:off x="5166360" y="30906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幫我實作有聲書批次生成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6908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部署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325880" y="4270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打包成容器，一行指令在任何機器啟動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029200" y="4023360"/>
            <a:ext cx="3383280" cy="5029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7" name="Text 21"/>
          <p:cNvSpPr/>
          <p:nvPr/>
        </p:nvSpPr>
        <p:spPr>
          <a:xfrm>
            <a:off x="5166360" y="40507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8C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幫我寫 Dockerfile 部署這個 app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7315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重點回顧</a:t>
            </a:r>
            <a:endParaRPr lang="en-US" sz="3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194560"/>
            <a:ext cx="201168" cy="2011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91640" y="21762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Qwen3-TTS 是目前最強的開源語音合成模型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606040"/>
            <a:ext cx="201168" cy="2011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91640" y="25877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秒參考音檔即可克隆任何聲音</a:t>
            </a:r>
            <a:endParaRPr lang="en-US" sz="1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017520"/>
            <a:ext cx="201168" cy="2011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91640" y="29992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支援 10 種語言 + 跨語言克隆</a:t>
            </a:r>
            <a:endParaRPr lang="en-US" sz="1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429000"/>
            <a:ext cx="201168" cy="2011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691640" y="34107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下載 + Whisper 自動轉錄，一鍵完成</a:t>
            </a:r>
            <a:endParaRPr lang="en-US" sz="13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840480"/>
            <a:ext cx="201168" cy="20116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691640" y="38221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Design 用文字描述即可創造全新聲音</a:t>
            </a:r>
            <a:endParaRPr lang="en-US" sz="13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251960"/>
            <a:ext cx="201168" cy="20116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691640" y="42336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搭配 Claude Code + uv，一段 Prompt 建立完整 Web App</a:t>
            </a:r>
            <a:endParaRPr lang="en-US" sz="1300" dirty="0"/>
          </a:p>
        </p:txBody>
      </p:sp>
      <p:sp>
        <p:nvSpPr>
          <p:cNvPr id="17" name="Shape 8"/>
          <p:cNvSpPr/>
          <p:nvPr/>
        </p:nvSpPr>
        <p:spPr>
          <a:xfrm>
            <a:off x="3200400" y="4389120"/>
            <a:ext cx="2743200" cy="2743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8" name="Text 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huggingface.co/Qwen/Qwen3-TTS  |  github.com/QwenLM/Qwen3-TTS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1369</Words>
  <Application>Microsoft Macintosh PowerPoint</Application>
  <PresentationFormat>如螢幕大小 (16:9)</PresentationFormat>
  <Paragraphs>389</Paragraphs>
  <Slides>30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3" baseType="lpstr">
      <vt:lpstr>Arial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Qwen3-TTS Voice Clone 實戰</dc:title>
  <dc:subject>PptxGenJS Presentation</dc:subject>
  <dc:creator>Josh</dc:creator>
  <cp:lastModifiedBy>Josh Hu</cp:lastModifiedBy>
  <cp:revision>2</cp:revision>
  <dcterms:created xsi:type="dcterms:W3CDTF">2026-02-24T17:00:14Z</dcterms:created>
  <dcterms:modified xsi:type="dcterms:W3CDTF">2026-02-24T18:04:54Z</dcterms:modified>
</cp:coreProperties>
</file>