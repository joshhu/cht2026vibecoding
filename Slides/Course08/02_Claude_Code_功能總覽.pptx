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5B3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E8A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功能總覽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CLAUDE.md、Skills、MCP、Subagents、Agent Teams、Hooks、Plugins 完整指南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code.claude.com/docs/en/features-overview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02920" cy="45720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擴展層概覽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81912"/>
            <a:ext cx="502920" cy="45720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81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持久記憶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203704"/>
            <a:ext cx="502920" cy="45720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2037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03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技能系統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502920" cy="45720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254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外部服務連接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502920" cy="45720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447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子代理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502920" cy="45720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69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— 代理團隊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960120"/>
            <a:ext cx="502920" cy="45720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960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960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鉤子事件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37760" y="1581912"/>
            <a:ext cx="502920" cy="45720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581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1581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— 插件與市集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937760" y="2203704"/>
            <a:ext cx="502920" cy="45720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2037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203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功能對照與比較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937760" y="2825496"/>
            <a:ext cx="502920" cy="45720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28254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功能分層與組合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937760" y="3447288"/>
            <a:ext cx="502920" cy="457200"/>
          </a:xfrm>
          <a:prstGeom prst="rect">
            <a:avLst/>
          </a:prstGeom>
          <a:solidFill>
            <a:srgbClr val="C75B3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3447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34472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上下文成本與載入機制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937760" y="4069080"/>
            <a:ext cx="502920" cy="457200"/>
          </a:xfrm>
          <a:prstGeom prst="rect">
            <a:avLst/>
          </a:prstGeom>
          <a:solidFill>
            <a:srgbClr val="D47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4069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7784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擴展 Claude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結合了能推理程式碼的模型與內建工具（檔案操作、搜尋、執行、網路存取）。內建工具涵蓋大多數編碼任務。本指南介紹擴展層：你額外加入的功能，用來自訂 Claude 的知識、連接外部服務、自動化工作流程。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solidFill>
            <a:srgbClr val="F9E4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新手建議：從 CLAUDE.md 開始設定專案慣例，需要時再逐步加入其他擴展功能。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157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9748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0" y="269748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每個工作階段都載入的持久上下文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5409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03580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743200" y="303580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可重用的知識與可調用的工作流程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924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37413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2743200" y="3374136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連接外部服務與工具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3075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124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2743200" y="3712464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在隔離上下文中執行自己的迴圈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690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05079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Teams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2743200" y="405079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協調多個獨立工作階段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07408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5840" y="43891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2743200" y="438912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在迴圈外部執行的確定性腳本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745736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05840" y="472744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2743200" y="472744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打包並分發上述功能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功能一覽：何時使用哪個功能？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19456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使用時機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範例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CLAUDE.md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每次對話自動載入的持久上下文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專案慣例、「永遠做 X」的規則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使用 pnpm 不要 npm；提交前跑測試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Skill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Claude 可用的指令、知識和工作流程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可重用內容、參考文件、重複性任務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/review 跑程式碼審查清單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Subagent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隔離的執行上下文，回傳摘要結果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上下文隔離、平行任務、專業工作者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研究任務讀取大量檔案但只回傳重點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Agent Teams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協調多個獨立 Claude Code 工作階段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平行研究、新功能開發、競爭假設除錯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同時產生安全/效能/測試審查員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MCP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連接外部服務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需要外部資料或動作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查詢資料庫、發送 Slack、控制瀏覽器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在事件觸發時執行的確定性腳本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可預測的自動化，不涉及 LLM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每次編輯後自動跑 ESLint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是打包層 — 將 Skills、Hooks、Subagents 和 MCP 伺服器打包成一個可安裝的單位，透過 Marketplace 分發給其他人。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CLAUDE.md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持久記憶 — 每次工作階段都自動載入的專案上下文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是什麼？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是一個 Markdown 檔案，儲存專案特定的指令、慣例和上下文。Claude 在每次工作階段開始時自動載入它，無需你每次重新說明。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放什麼內容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建置命令、測試慣例、專案架構、「永遠不要做 X」的規則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載入時機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每次工作階段開始時自動載入完整內容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檔案匯入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926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@path 語法匯入其他檔案的內容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層級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474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管理員層 &gt; 使用者層 &gt; 專案層，全部累加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子目錄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4023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存取子目錄檔案時會發現並載入對應的 CLAUDE.md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建議：保持 CLAUDE.md 在 500 行以內。參考資料移到 Skills，它們按需載入。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載入機制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檔案是累加式的：所有層級同時貢獻內容到 Claude 的上下文中。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管理員層 (Managed)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組織政策推送的規則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所有成員自動繼承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使用者層 (~/.claude/)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個人偏好和習慣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適用於所有專案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6B5B4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專案層 (./CLAUDE.md)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專案特定的指令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建置命令、架構說明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子目錄的 CLAUDE.md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從工作目錄向上讀取到根目錄的所有 CLAUDE.md，工作中存取子目錄時也會發現並載入對應的檔案。指令衝突時，Claude 會根據判斷協調，通常更具體的指令優先。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.claude/rules/ 組織規則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CLAUDE.md 越來越長時，可以將規則拆分到 .claude/rules/ 目錄中的獨立檔案。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84048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全域規則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paths frontmatter 的規則檔案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每次工作階段都會載入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.claude/rules/testing.md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.claude/rules/style.md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384048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路徑限定規則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paths frontmatter 的規則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 Claude 操作匹配檔案時載入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 "**/*.tsx"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 React function components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好處：路徑限定規則節省上下文空間。只有在 Claude 操作對應路徑的檔案時才會載入，避免不相關的規則佔用 Token。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Skills 技能系統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可重用的知識、參考文件與可調用的工作流程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是什麼？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是 Claude 工具箱中的額外能力。它們可以是參考資料（如 API 風格指南），也可以是用 /&lt;name&gt; 觸發的可調用工作流程（如 /deploy）。Claude Code 內建了 /simplify、/batch、/debug 等 Bundled Skills。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20116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參考型 Skill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Claude 在整個工作階段中可以參考的知識。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範例：API 風格指南、資料模型文件、程式碼慣例。Claude 會在工作時自動參考這些知識。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828800"/>
            <a:ext cx="73152" cy="201168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動作型 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告訴 Claude 執行特定操作的工作流程。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範例：/deploy 執行部署流程、/review 跑程式碼審查清單。用 /&lt;name&gt; 觸發或讓 Claude 自動判斷。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兩者可以結合：一個 Skill 可以同時包含參考知識和可調用的工作流程。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的載入與上下文成本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" cy="6400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預設行為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005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工作階段開始時載入描述（名稱 + description），完整內容在使用時才載入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55648"/>
            <a:ext cx="73152" cy="64008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556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如何選擇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7556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將你的任務與 Skill 描述配對，判斷哪些相關。描述模糊或重疊可能導致選錯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05456"/>
            <a:ext cx="73152" cy="6400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0545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手動觸發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50545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/&lt;name&gt; 直接調用特定 Skill，確保 Claude 使用正確的 Skill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55264"/>
            <a:ext cx="73152" cy="64008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552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隱藏模式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2552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disable-model-invocation: true，Skill 對 Claude 完全不可見，直到你手動調用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05072"/>
            <a:ext cx="73152" cy="64008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050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上下文成本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0050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— 只有描述佔用每次請求。隱藏模式的 Skill 成本為零，直到被調用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的進階用法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Subagents 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在子代理中的行為不同：不是按需載入，而是在啟動時完整預載到子代理的上下文中。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子代理不會繼承主對話的 Skills，必須在 skills: 欄位中明確指定。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context: fork 模式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Skill 的 frontmatter 中設定 context: fork，讓 Skill 在隔離的子代理中執行。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內容變成子代理的 prompt，可以指定工具和權限。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8046720" cy="54864"/>
          </a:xfrm>
          <a:prstGeom prst="rect">
            <a:avLst/>
          </a:prstGeom>
          <a:solidFill>
            <a:srgbClr val="6B5B4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內建 Bundled Skills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 CLAUDE.md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/simplify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簡化程式碼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批次處理任務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087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/debug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40873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除錯工具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087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40873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 Claude Code 設定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087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40873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管理子代理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MCP 協定整合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連接外部服務與工具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是什麼？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MCP（Model Context Protocol）是一個連接 Claude 到外部服務的協定。沒有 MCP，Claude 無法查詢你的資料庫或發送 Slack 訊息。MCP 在工作階段開始時載入所有工具定義和 JSON Schema。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0195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288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資料庫查詢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17520" y="182880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 PostgreSQL、MySQL 等，直接在對話中執行 SQL 查詢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048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 整合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017520" y="23317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讀取頻道訊息、發送通知、搜尋對話歷史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0779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瀏覽器控制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017520" y="28346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自動化網頁操作、擷取頁面內容、執行測試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1071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37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整合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017520" y="33375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PR、審查程式碼、管理 Issues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13632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8404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雲端服務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3017520" y="384048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AWS、GCP、Azure 等雲端資源的管理操作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1" name="Text 14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/mcp 查看各伺服器的 Token 成本。斷開不使用的伺服器以節省上下文。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的範圍層級與可靠性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範圍層級（同名覆蓋）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Local（專案層 .mcp.json）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最高優先權，覆蓋其他層級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Project（.claude/mcp.json）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專案範圍的 MCP 設定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User（~/.claude/mcp.json）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使用者個人的全域設定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可靠性注意事項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連線可能在工作階段中靜默斷開。伺服器斷開後，其工具會消失但不會發出警告。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可能嘗試使用已不存在的工具。如果發現 MCP 工具失效，用 /mcp 檢查連線狀態。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Search — 智慧工具搜尋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預設啟用。MCP 工具最多佔用 10% 的上下文，其餘延遲到需要時才載入。這讓你可以連接更多 MCP 伺服器而不用擔心立即填滿上下文視窗。多個伺服器的工具定義會快速累積 — Tool Search 幫助控制成本。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Subagents 子代理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在隔離的上下文中執行任務，只回傳摘要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 是什麼？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子代理擁有自己的全新上下文，與你的主對話完全隔離。它們的工作不會膨脹你的上下文。完成後只回傳摘要。這種隔離性正是子代理在長時間工作階段中特別有幫助的原因。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隔離上下文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子代理有自己的上下文視窗。可能讀取數十個檔案或執行大量搜尋，但主對話只收到摘要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不繼承歷史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子代理不繼承你的對話歷史或已調用的 Skills。需要明確傳入上下文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可指定工具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926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tools 欄位指定允許清單，disallowedTools 指定禁止清單，精確控制能力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可預載 Skills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474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skills: 欄位中列出需要的 Skills，子代理啟動時完整預載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可指定模型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4023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model 欄位指定（如 sonnet、opus），或 inherit 繼承主對話的模型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使用時機：需要上下文隔離、上下文視窗快滿、或任務不需要中間過程保持可見時。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 設定範例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子代理可以用 YAML frontmatter 定義在 .claude/agents/ 目錄中，或用 --agents CLI 旗標動態定義。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384048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程式碼審查員 (YAML)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程式碼審查專家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Glob, 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inherit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你是資深程式碼審查員。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執行 git diff 查看最新變更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檢查品質、安全性、可維護性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按優先級提供回饋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384048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除錯專家 (CLI JSON)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--agents '{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"debugger":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"除錯專家",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"prompt":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"你是專業除錯員。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分析錯誤、找出根因、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提供修復方案。",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"tools":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["Read","Edit",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"Bash","Grep","Glob"]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Agent Teams 代理團隊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協調多個獨立 Claude Code 工作階段，共享任務清單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Teams 是什麼？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是實驗性功能（預設停用）。與子代理不同，團隊成員是完全獨立的 Claude Code 工作階段，可以互相發送訊息、共享任務清單，自行協調工作。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獨立上下文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08960" y="1828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每個隊友都是獨立的 Claude Code 實例，有自己完整的上下文視窗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點對點通訊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108960" y="24688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隊友之間可以直接互相發送訊息，不需要透過主代理中轉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共享任務清單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108960" y="3108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使用共享的任務清單自行協調工作分配，不需要中央管理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適用場景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108960" y="3749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平行研究、新功能開發（每個隊友負責一部分）、競爭假設的除錯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22" name="Text 16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成本較高：每個隊友都是獨立的 Claude 實例。當子代理間需要互相通訊時，考慮升級為 Agent Teams。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Hooks 鉤子事件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在代理迴圈外部執行的確定性腳本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 是什麼？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是在特定生命週期事件觸發時執行的外部腳本。它們在代理迴圈外部運行 — 完全不涉及 LLM，是純確定性的自動化。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工具參數產生後、實際執行前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5544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攔截並修改或拒絕工具使用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8046720" cy="438912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75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0756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工具執行完成後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0756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自動跑 lint、格式化等後處理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96896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968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5968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工作階段啟動時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5968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初始化環境、載入設定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8046720" cy="438912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181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118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工作階段結束時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1181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清理資源、儲存狀態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393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PromptSubmit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6393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使用者提交提示詞時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6393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前處理、記錄、修改提示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8046720" cy="438912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0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1605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上下文壓縮時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41605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控制壓縮行為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上下文成本：零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除非 Hook 回傳的輸出被加入對話作為訊息。Hooks 是副作用（linting、logging）的理想選擇，不需要影響 Claude 的上下文。所有註冊的 Hooks 在匹配事件時都會觸發，不分來源。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 工具匹配清單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和 PostToolUse 可以匹配以下工具名稱：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Shell 命令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編輯現有檔案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3931920" cy="41148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建立新檔案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3931920" cy="41148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讀取檔案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688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按模式搜尋檔案名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468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按正規表達式搜尋內容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3931920" cy="41148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產生子代理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3931920" cy="411480"/>
          </a:xfrm>
          <a:prstGeom prst="rect">
            <a:avLst/>
          </a:prstGeom>
          <a:solidFill>
            <a:srgbClr val="FFF0E5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WebFetch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擷取網頁內容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4747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WebSearch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搜尋網頁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4747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工具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 MCP 定義的工具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範例：每次 Edit 後自動跑 ESLint → 在 PostToolUse 註冊匹配 Edit 工具的 Hook，執行 eslint --fix。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Plugins 插件生態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打包 Skills、Hooks、Subagents 和 MCP 為可安裝單位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 與 Marketplaces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是打包層。一個 Plugin 將 Skills、Hooks、Subagents 和 MCP 伺服器打包成一個可安裝的單位。Plugin 中的 Skills 使用命名空間（如 /my-plugin:review），避免多個 Plugin 衝突。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84048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可包含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命名空間化的知識與工作流程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事件觸發的自動化腳本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預設的專業子代理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伺服器 — 外部服務連接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規則 — 附加的專案指令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828800"/>
            <a:ext cx="384048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市集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是 Plugin 的分發平台。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組織可以建立內部市集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分享團隊間共用的工具設定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跨倉庫重用相同的配置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版本管理和更新追蹤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Plugins：當你想在多個倉庫間重用相同設定，或分發給其他人時。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功能比較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釐清相似功能之間的差異與使用時機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比較：Skill vs Subagent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和 Subagents 解決不同的問題：Skills 是可重用的內容，Subagents 是隔離的工作者。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本質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可重用的指令、知識或工作流程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擁有自己上下文的隔離工作者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核心優勢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跨上下文分享內容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上下文隔離，只有摘要回傳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最適合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參考資料、可調用的工作流程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讀取大量檔案、平行工作、專業任務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它們可以結合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子代理可以用 skills: 欄位預載特定 Skills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 可以用 context: fork 在隔離上下文中執行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使用子代理：當你需要上下文隔離，或上下文視窗快滿時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Skill：當你需要分享知識或定義可重用的工作流程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比較：CLAUDE.md vs Skill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兩者都儲存指令，但載入方式和用途不同。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CLAUDE.md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載入時機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每次工作階段自動載入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按需載入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可匯入檔案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是，用 @path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是，用 @path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可觸發工作流程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是，用 /&lt;name&gt;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最適合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「永遠做 X」的規則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參考資料、可調用工作流程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747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474720"/>
            <a:ext cx="73152" cy="118872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放 CLAUDE.md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應該永遠知道的事：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編碼慣例、建置命令、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專案架構、「永遠不要做 X」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34747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3474720"/>
            <a:ext cx="73152" cy="1188720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放 Skill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偶爾需要的參考資料（API 文件、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風格指南）或用 /&lt;name&gt; 觸發的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工作流程（deploy、review）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比較：CLAUDE.md vs Rules vs Skills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三者都儲存指令，但載入方式不同：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468880"/>
                <a:gridCol w="2468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CLAUDE.md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.claude/rules/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載入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每次工作階段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每次，或匹配檔案時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按需，被調用或相關時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範圍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整個專案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可限定檔案路徑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特定任務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最適合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核心慣例和建置命令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語言或目錄特定的規則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參考資料、重複性工作流程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決策指南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 CLAUDE.md：每次工作階段都需要的指令 — 建置命令、測試慣例、專案架構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 Rules：保持 CLAUDE.md 精簡。帶 paths frontmatter 的規則只在操作匹配檔案時載入，節省上下文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 Skills：Claude 偶爾需要的內容 — API 文件，或用 /&lt;name&gt; 觸發的部署清單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比較：Subagent vs Agent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兩者都能平行化工作，但架構上截然不同：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Subagent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Agent Team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上下文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自己的上下文，結果回傳給呼叫者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自己的上下文，完全獨立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通訊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只回報結果給主代理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隊友之間直接互相發訊息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協調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主代理管理所有工作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共享任務清單，自行協調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最適合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只需結果的專注任務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需要討論和協作的複雜工作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Token 成本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較低：結果摘要回傳主上下文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較高：每個隊友是獨立 Claude 實例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5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轉換時機：如果你在跑平行子代理但遇到上下文限制，或子代理之間需要互相通訊，Agent Teams 是自然的下一步。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比較：MCP vs Skill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連接 Claude 到外部服務。Skills 擴展 Claude 的知識，包括如何有效使用那些服務。它們解決不同的問題，搭配使用效果最好。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MCP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本質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連接外部服務的協定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知識、工作流程、參考資料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提供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工具和資料存取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知識、工作流程、參考資料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範例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Slack 整合、資料庫查詢、瀏覽器控制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程式碼審查清單、部署流程、API 指南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F9E4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搭配範例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伺服器連接你的資料庫，讓 Claude 能執行 SQL 查詢。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教 Claude 你的資料模型、常用查詢模式，以及不同任務應該查詢哪些表。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提供能力（連接），Skill 提供知識（如何有效使用）。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功能分層與組合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理解功能如何在不同層級疊加，以及如何搭配使用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功能如何在不同層級疊加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功能可以在多個層級定義：使用者層、專案層、Plugin、管理政策。相同功能在多層級存在時，疊加規則如下：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73152" cy="658368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6002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累加式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6002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所有層級的內容同時貢獻。衝突時 Claude 根據判斷協調，通常更具體的指令優先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658368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/ Subagents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3774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同名覆蓋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3774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managed &gt; user &gt; project。Subagents: managed &gt; CLI &gt; project &gt; user &gt; plugin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54680"/>
            <a:ext cx="73152" cy="658368"/>
          </a:xfrm>
          <a:prstGeom prst="rect">
            <a:avLst/>
          </a:prstGeom>
          <a:solidFill>
            <a:srgbClr val="6B5B4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546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伺服器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1546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同名覆蓋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1546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優先權：local &gt; project &gt; user。Plugin Skills 使用命名空間避免衝突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73152" cy="658368"/>
          </a:xfrm>
          <a:prstGeom prst="rect">
            <a:avLst/>
          </a:prstGeom>
          <a:solidFill>
            <a:srgbClr val="E07B4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319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39319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93192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所有註冊的 Hooks 在匹配事件時都會觸發，不分來源、不互相覆蓋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功能組合模式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每個擴展解決不同問題。實際設定通常根據工作流程組合使用：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71323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+ MCP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提供連接；Skill 教 Claude 如何有效使用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8105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連接資料庫，Skill 記錄你的 Schema 和查詢模式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73152" cy="713232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+ Subagent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產生子代理執行平行工作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6334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 同時啟動安全、效能、風格子代理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08960"/>
            <a:ext cx="73152" cy="713232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+ 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放永久規則；Skills 放按需參考資料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4564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說「遵循 API 慣例」，Skill 包含完整指南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73152" cy="713232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 + MCP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39319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透過 MCP 觸發外部動作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4279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編輯後 Hook 透過 MCP 發 Slack 通知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上下文成本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了解各功能的載入策略與上下文消耗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各功能的上下文成本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每個功能有不同的載入策略和上下文成本。過多的上下文不只佔空間，也會增加雜訊，降低 Claude 的效能。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載入時機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載入內容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上下文成本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B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CLAUDE.md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工作階段開始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完整內容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763B"/>
                          </a:solidFill>
                        </a:rPr>
                        <a:t>每次請求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Skills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開始 + 使用時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開始載描述，使用時載全文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低（僅描述）*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MCP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工作階段開始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所有工具定義和 Schema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763B"/>
                          </a:solidFill>
                        </a:rPr>
                        <a:t>每次請求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Subagents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被產生時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全新隔離上下文 + 指定 Skills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與主工作階段隔離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Hooks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觸發時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無（外部執行）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零 **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設定 disable-model-invocation: true 的 Skills 成本為零，直到手動調用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除非 Hook 回傳輸出被加入對話訊息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載入細節：CLAUDE.md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載入流程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時機：</a:t>
            </a:r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工作階段開始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載入內容：</a:t>
            </a:r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CLAUDE.md 檔案的完整內容（managed、user、project 層級）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繼承：</a:t>
            </a:r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從工作目錄向上讀到根目錄，存取子目錄時發現對應的 CLAUDE.md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80360"/>
            <a:ext cx="8046720" cy="54864"/>
          </a:xfrm>
          <a:prstGeom prst="rect">
            <a:avLst/>
          </a:prstGeom>
          <a:solidFill>
            <a:srgbClr val="D476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載入流程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時機：</a:t>
            </a:r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依設定。預設在開始時載入描述，使用時載入完整內容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如何選擇：</a:t>
            </a:r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將任務與 Skill 描述配對。描述模糊可能導致錯誤選擇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在子代理中：</a:t>
            </a:r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在啟動時完整預載，不是按需載入。必須在 skills: 中明確指定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載入細節：MCP、Subagents、Hooks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54864"/>
          </a:xfrm>
          <a:prstGeom prst="rect">
            <a:avLst/>
          </a:prstGeom>
          <a:solidFill>
            <a:srgbClr val="C75B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5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時機：工作階段開始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載入：所有工具定義和 JSON Schema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成本：每次請求。Tool Search 限制 MCP 最多佔 10% 上下文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注意：連線可能靜默斷開，用 /mcp 檢查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0058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005840"/>
            <a:ext cx="2560320" cy="54864"/>
          </a:xfrm>
          <a:prstGeom prst="rect">
            <a:avLst/>
          </a:prstGeom>
          <a:solidFill>
            <a:srgbClr val="D476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430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15544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時機：按需產生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載入：全新隔離上下文包含：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系統提示（與主對話共享）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skills: 中列出的 Skills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CLAUDE.md 和 Git 狀態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主代理在 prompt 中傳入的內容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成本：與主工作階段隔離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005840"/>
            <a:ext cx="2560320" cy="54864"/>
          </a:xfrm>
          <a:prstGeom prst="rect">
            <a:avLst/>
          </a:prstGeom>
          <a:solidFill>
            <a:srgbClr val="6B5B4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72200" y="155448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時機：觸發時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載入：無（外部腳本執行）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成本：零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除非 Hook 回傳輸出被加入對話作為訊息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理想用途：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副作用操作如 linting、logging，不需影響 Claude 上下文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5C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總結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是起點 — 每次工作階段自動載入專案慣例，保持 500 行以內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36776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367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6367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是最靈活的擴展 — 參考型提供知識，動作型用 /&lt;name&gt; 觸發工作流程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039112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39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039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連接外部世界 — 資料庫、Slack、瀏覽器等，Tool Search 控制上下文成本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41448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41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提供上下文隔離 — 做完工作只回傳摘要，不膨脹主對話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843784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43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843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進階協作 — 獨立工作階段互相通訊，共享任務清單自行協調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是零成本自動化 — 在迴圈外部確定性執行，不涉及 LLM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648456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48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6484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是打包層 — 將所有功能打包成可安裝單位，透過 Marketplace 分發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050792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050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功能組合才是力量 — CLAUDE.md + Skills + MCP + Hooks 各司其職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453128"/>
            <a:ext cx="320040" cy="32004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453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453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管理上下文成本 — 太多上下文增加雜訊，用 /mcp 和 disable-model-invocation 控制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完整文件：code.claude.com/docs/en/features-overview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功能總覽</dc:title>
  <dc:subject>PptxGenJS Presentation</dc:subject>
  <dc:creator>Claude Code Docs</dc:creator>
  <cp:lastModifiedBy>Claude Code Docs</cp:lastModifiedBy>
  <cp:revision>1</cp:revision>
  <dcterms:created xsi:type="dcterms:W3CDTF">2026-03-03T18:11:17Z</dcterms:created>
  <dcterms:modified xsi:type="dcterms:W3CDTF">2026-03-03T18:11:17Z</dcterms:modified>
</cp:coreProperties>
</file>