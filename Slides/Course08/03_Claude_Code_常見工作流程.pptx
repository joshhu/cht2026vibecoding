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291840"/>
            <a:ext cx="27432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常見工作流程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從程式碼理解到測試部署的實戰指南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課程目錄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了解程式碼庫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修復錯誤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139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139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程式碼重構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Subagents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273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測試工作流程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44074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Pull Request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文件撰寫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0680" y="1572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圖片與 @ 引用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754880" y="213969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2139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2139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0662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4068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工作階段管理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754880" y="327355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40680" y="3273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4068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管線整合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了解程式碼庫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快速掌握專案結構、找到關鍵程式碼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快速取得程式碼庫總覽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2926080"/>
          </a:xfrm>
          <a:prstGeom prst="roundRect">
            <a:avLst>
              <a:gd name="adj" fmla="val 4688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/path/to/project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給我這個程式碼庫的整體概覽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說明這裡使用了哪些主要架構模式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關鍵的資料模型有哪些？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最佳策略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從廣泛問題開始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再逐步縮小範圍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詢問程式慣例與模式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要求產生專案術語表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使用專案領域語言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279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261104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探索建議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30352" y="4754880"/>
            <a:ext cx="8083296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先問「全貌」再深入「細節」→ 每次聚焦一個面向 → 安裝 Code Intelligence 插件獲得精確導航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尋找相關程式碼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2926080"/>
          </a:xfrm>
          <a:prstGeom prst="roundRect">
            <a:avLst>
              <a:gd name="adj" fmla="val 4688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請 Claude 找檔案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找出處理使用者認證的檔案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理解元件互動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這些認證相關檔案之間如何協同運作？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追蹤執行流程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追蹤登入流程，從前端到資料庫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搜尋技巧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用具體的描述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使用專案領域語言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安裝 Code Intelligence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插件獲得精確導航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4114800"/>
            <a:ext cx="41148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279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26110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進階插件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30352" y="4754880"/>
            <a:ext cx="3785616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/discover-plugins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 Intelligence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63440" y="4114800"/>
            <a:ext cx="41148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2793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426110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提問策略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828032" y="4754880"/>
            <a:ext cx="3785616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「為什麼」比「是什麼」更有價值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理解設計決策背後的原因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修復錯誤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從錯誤訊息到修復驗證的完整流程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錯誤修復工作流程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分享錯誤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我執行 npm test 時出現錯誤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取得修復建議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建議修復 user.ts 中的 @ts-ignore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套用修復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更新 user.ts，加入 null 檢查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驗證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重新執行測試，確認修復成功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除錯秘訣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告訴 Claude 重現指令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附上完整 stack trace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說明間歇性或一致性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提供重現步驟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讓 Claude 加入 log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追蹤資料流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除錯進階技巧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521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日誌追蹤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645920"/>
            <a:ext cx="3785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在關鍵函式加入 log 追蹤資料流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2011680"/>
            <a:ext cx="3840480" cy="731520"/>
          </a:xfrm>
          <a:prstGeom prst="roundRect">
            <a:avLst>
              <a:gd name="adj" fmla="val 18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加入日誌到 processPayment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函式來追蹤資料流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70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1521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測試隔離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28032" y="1645920"/>
            <a:ext cx="3785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用最小測試案例重現問題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800600" y="2011680"/>
            <a:ext cx="3840480" cy="731520"/>
          </a:xfrm>
          <a:prstGeom prst="roundRect">
            <a:avLst>
              <a:gd name="adj" fmla="val 18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為 validateInput 函式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建立最小化的失敗測試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821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二分法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30352" y="3657600"/>
            <a:ext cx="37856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找出引入問題的確切 commit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4023360"/>
            <a:ext cx="3840480" cy="731520"/>
          </a:xfrm>
          <a:prstGeom prst="roundRect">
            <a:avLst>
              <a:gd name="adj" fmla="val 18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" y="4160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使用 git bisect 找出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哪個 commit 引入了 bug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4663440" y="3017520"/>
            <a:ext cx="4114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18211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31638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環境差異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828032" y="3657600"/>
            <a:ext cx="37856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環境配置差異常是根因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800600" y="4023360"/>
            <a:ext cx="3840480" cy="731520"/>
          </a:xfrm>
          <a:prstGeom prst="roundRect">
            <a:avLst>
              <a:gd name="adj" fmla="val 18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029200" y="4160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比較開發環境和生產環境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的設定差異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程式碼重構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安全地將舊程式碼現代化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重構策略與安全步驟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識別需要重構的程式碼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找出程式碼庫中已棄用的 API 用法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取得重構建議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建議如何將 utils.js 重構為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使用現代 JavaScript 功能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安全重構 (保持行為一致)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將 utils.js 重構為 ES2024 功能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同時維持相同的行為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安全重構步驟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先跑測試確認通過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Claude 分析影響範圍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分批修改，每批測試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最後做回歸測試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要求保持向後相容性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 Plan Mode 先規劃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使用 Subagents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委派專門任務給子代理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 子代理：查看與委派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521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查看與自動委派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645920"/>
            <a:ext cx="378561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查看所有可用子代理：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/agents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3840480" cy="777240"/>
          </a:xfrm>
          <a:prstGeom prst="roundRect">
            <a:avLst>
              <a:gd name="adj" fmla="val 17647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檢查我最近的程式碼變更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是否有安全問題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執行所有測試並修復失敗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1148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70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1521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明確指定代理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28032" y="1645920"/>
            <a:ext cx="378561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指定使用特定子代理：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800600" y="2194560"/>
            <a:ext cx="3840480" cy="777240"/>
          </a:xfrm>
          <a:prstGeom prst="roundRect">
            <a:avLst>
              <a:gd name="adj" fmla="val 17647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使用 code-reviewer 子代理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檢查認證模組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讓 debugger 子代理調查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65760" y="3200400"/>
            <a:ext cx="84124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6499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346704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建立自訂代理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30352" y="3840480"/>
            <a:ext cx="80832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→ Create New subagent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唯一識別碼（如 code-reviewer, api-designer）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描述何時自動使用此代理 → 限制可存取的工具清單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 描述代理角色 → 存放在 .claude/agents/ → 團隊可共用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Plan Mode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唯讀分析、安全探索、規劃複雜變更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Mode 使用時機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讓 Claude 以唯讀模式分析程式碼，不做任何修改。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007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多步驟實作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0352" y="2194560"/>
            <a:ext cx="23682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功能需要修改多個檔案時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先規劃再動手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6974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190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7007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程式碼探索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410712" y="2194560"/>
            <a:ext cx="23682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深入研究程式碼庫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不改動任何東西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26480" y="155448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190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70078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互動式開發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291072" y="2194560"/>
            <a:ext cx="232257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Claude 討論方向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確認後再實作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365760" y="3383280"/>
            <a:ext cx="84124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5478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529584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啟用方式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30352" y="4023360"/>
            <a:ext cx="80832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→ 循環切換 Normal → Auto-Accept → Plan Mode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--permission-mode plan → 直接以 Plan Mode 啟動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.claude/settings.json → {"permissions":{"defaultMode":"plan"}}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Mode 實戰範例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--permission-mode plan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我需要把認證系統重構為 OAuth2。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請建立一個詳細的遷移計畫。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分析現有實作並產生完整計畫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向後相容性怎麼處理？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資料庫遷移應該怎麼做？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Ctrl+G → 在編輯器中編輯計畫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特點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所有分析都是唯讀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先分析影響範圍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Ctrl+G 編輯計畫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確認後再執行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852160" y="2926080"/>
            <a:ext cx="2926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30906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07238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適用場景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016752" y="3566160"/>
            <a:ext cx="259689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新手探索陌生程式碼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規劃架構變更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安全審計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測試工作流程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從找出未覆蓋程式碼到建立完整測試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測試工作流程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找出未測試的程式碼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找出 NotificationsService.swift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中沒有被測試覆蓋的函式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產生測試架構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為通知服務新增測試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加入邊界條件測試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為通知服務新增邊界條件測試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執行並修復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執行新測試並修復所有失敗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測試智慧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檢視現有測試的風格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匹配框架和斷言模式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分析程式碼路徑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建議容易忽略的案例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錯誤條件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邊界值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非預期輸入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併發情況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建立 Pull Request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從摘要到建立 PR 的完整流程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Request 建立流程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F9E4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/commit-push-pr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 commit、push、建立 PR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 Slack MCP，自動發送 PR 連結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5303520" cy="2560320"/>
          </a:xfrm>
          <a:prstGeom prst="roundRect">
            <a:avLst>
              <a:gd name="adj" fmla="val 5357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摘要變更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摘要我對認證模組做的所有變更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建立 PR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建立一個 Pull Request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加強描述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在 PR 描述中加入安全改進資訊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292608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263347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261518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進階功能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16752" y="3108960"/>
            <a:ext cx="25968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 pr create 建立的 PR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自動連結到工作階段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--from-pr 123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恢復先前工作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可自訂 PR 模板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文件撰寫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找出缺漏、產生文件、維持風格一致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文件撰寫工作流程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找出缺少文件的程式碼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找出認證模組中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缺少 JSDoc 註解的函式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產生文件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為 auth.js 中未文件化的函式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加入 JSDoc 註解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加入範例和更多上下文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改善產生的文件，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加入上下文和使用範例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文件撰寫建議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指定風格：JSDoc /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docstrings / etc.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要求加入範例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優先項目：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公開 API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介面定義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複雜商業邏輯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自動匹配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現有文件風格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圖片與 @ 引用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圖片分析、檔案引用、MCP 資源存取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Claude Code 中使用圖片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52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拖放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645920"/>
            <a:ext cx="23682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直接拖放圖片到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視窗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97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1704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152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剪貼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410712" y="1645920"/>
            <a:ext cx="23682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複製圖片後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Ctrl+V 貼上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1704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1521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路徑引用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291072" y="164592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分析這張圖片：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/path/to/image.png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365760" y="2743200"/>
            <a:ext cx="8412480" cy="22860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94360" y="288036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圖片分析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這張圖片顯示了什麼？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描述這個截圖中的 UI 元素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用圖片提供上下文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這是錯誤的截圖，原因是什麼？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從設計稿產生程式碼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產生 CSS 來匹配這個設計稿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@ 引用檔案與資源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52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引用檔案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645920"/>
            <a:ext cx="236829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包含檔案完整內容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2423160" cy="868680"/>
          </a:xfrm>
          <a:prstGeom prst="roundRect">
            <a:avLst>
              <a:gd name="adj" fmla="val 15789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說明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@src/utils/auth.js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中的邏輯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170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152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引用目錄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10712" y="1645920"/>
            <a:ext cx="236829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提供目錄結構清單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383280" y="2148840"/>
            <a:ext cx="2423160" cy="685800"/>
          </a:xfrm>
          <a:prstGeom prst="roundRect">
            <a:avLst>
              <a:gd name="adj" fmla="val 2000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61188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@src/components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的結構是什麼？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26480" y="10058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1704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1521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資源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291072" y="1645920"/>
            <a:ext cx="232257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MCP 伺服器取資料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263640" y="214884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9224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顯示來自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@github:repos/o/r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/issues 的資料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365760" y="3520440"/>
            <a:ext cx="841248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850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666744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 引用注意事項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530352" y="4160520"/>
            <a:ext cx="80832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檔案路徑可用相對或絕對路徑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@file 引用會自動載入該檔案目錄的 CLAUDE.md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目錄引用只顯示清單，不載入內容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可在同一訊息引用多個：@file1.js and @file2.js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Extended Thinking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延伸思考、自適應推理、深度分析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Thinking 延伸思考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預設已啟用。Claude 在回應前先深度推理，適用複雜架構決策和困難 debug。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0078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 4.6 自適應推理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0352" y="2194560"/>
            <a:ext cx="378561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依據 effort level 動態分配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tokens：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— 快速回應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— 平衡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— 深度推理（預設）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查看思考：Ctrl+O → verbose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190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0078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其他模型與控制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28032" y="2194560"/>
            <a:ext cx="378561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固定預算：最多 31,999 tokens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限制：MAX_THINKING_TOKENS=10000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停用：MAX_THINKING_TOKENS=0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切換：Option+T (Mac)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全域：/config 切換 thinking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65760" y="393192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0E5"/>
          </a:solidFill>
          <a:ln/>
        </p:spPr>
      </p:sp>
      <p:sp>
        <p:nvSpPr>
          <p:cNvPr id="14" name="Text 10"/>
          <p:cNvSpPr/>
          <p:nvPr/>
        </p:nvSpPr>
        <p:spPr>
          <a:xfrm>
            <a:off x="594360" y="3977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注意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737360" y="3977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「think」「ultrathink」等字只是普通提示，不會分配 thinking tokens。所有 tokens 都會計費。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工作階段管理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命名、恢復、Session Picker、通知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恢復先前的對話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--continue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繼續目前目錄中最近的對話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83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--resume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開啟對話選擇器或按名稱恢復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--from-pr 123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560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恢復連結到特定 PR 的工作階段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0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37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0" y="33375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在工作階段中切換到其他對話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4114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70832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43525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命名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0352" y="4846320"/>
            <a:ext cx="3785616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/rename auth-refactor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663440" y="4206240"/>
            <a:ext cx="4114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370832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43525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Picker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828032" y="4846320"/>
            <a:ext cx="3785616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↑↓ 導覽  / 搜尋  B 過濾分支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設定桌面通知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長時間任務時，設定通知讓你知道 Claude 完成或需要輸入。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0078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設定步驟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0352" y="2194560"/>
            <a:ext cx="37856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/hooks → Notification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all 或指定 matcher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加入通知指令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儲存到 User settings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1148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190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0078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Matcher 類型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28032" y="2194560"/>
            <a:ext cx="37856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permission_prompt → 需要核准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idle_prompt → 等待下一個提示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auth_success → 驗證完成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65760" y="3200400"/>
            <a:ext cx="8412480" cy="1828800"/>
          </a:xfrm>
          <a:prstGeom prst="roundRect">
            <a:avLst>
              <a:gd name="adj" fmla="val 750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94360" y="333756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osascript -e 'display notification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"Claude Code needs your attention"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title "Claude Code"'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Linux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notify-send 'Claude Code'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'Claude Code needs your attention'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Git Worktrees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並行開發不同功能、Subagent 隔離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Worktrees 並行開發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200400"/>
          </a:xfrm>
          <a:prstGeom prst="roundRect">
            <a:avLst>
              <a:gd name="adj" fmla="val 4286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指定名稱建立 worktree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--worktree feature-auth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.claude/worktrees/feature-auth/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分支: worktree-feature-auth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啟動另一個工作階段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--worktree bugfix-123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自動命名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--worktree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5214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清理規則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645920"/>
            <a:ext cx="2596896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沒有變更 →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自動移除 worktree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有變更或 commit →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詢問保留或移除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建議：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.claude/worktrees/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.gitignore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438912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553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535424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 Worktrees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30352" y="5029200"/>
            <a:ext cx="8083296" cy="-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frontmatter 加入 isolation: worktree → 子代理各自獨立工作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Unix 管線整合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管線、輸出格式控制、CI/CD 整合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作為 Unix 工具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247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064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作為 Linter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60020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build script 中自動化檢查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4114800" cy="1005840"/>
          </a:xfrm>
          <a:prstGeom prst="roundRect">
            <a:avLst>
              <a:gd name="adj" fmla="val 13636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331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"lint:claude": "claude -p '你是一個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linter。檢查相對於 main 的變更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並回報拼寫錯誤。'"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5E6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24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1064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管線輸入/輸出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28032" y="160020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將資料透過管線傳入 Claude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63440" y="2194560"/>
            <a:ext cx="4114800" cy="731520"/>
          </a:xfrm>
          <a:prstGeom prst="roundRect">
            <a:avLst>
              <a:gd name="adj" fmla="val 1875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9204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build-error.txt | claude -p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'解釋根本原因' &gt; output.txt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輸出格式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365760" y="393192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 text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303520" y="3931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純文字（預設）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65760" y="434340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FF0E5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 json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303520" y="4343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陣列含完整元資料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365760" y="475488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 stream-json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30352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即時串流 JSON 物件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重點總結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程式碼理解：從「廣泛」→「具體」，善用 @ 引用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修復錯誤：描述 → 診斷 → 修正 → 驗證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重構：小步前進、每步跑測試、Plan Mode 先規劃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Subagents：自動委派或明確指定，可自訂代理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 Mode：唯讀分析、安全探索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測試：找未覆蓋 → 產生測試 → 邊界條件 → 驗證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826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PR：/commit-push-pr 一鍵完成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39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Extended Thinking：Opus 4.6 自適應推理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959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工作階段：/rename + /resume 快速切換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3525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Worktrees：並行開發，Subagent 隔離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Unix 管線：CI/CD 整合、輸出格式控制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2026-03-03T18:52:34Z</dcterms:created>
  <dcterms:modified xsi:type="dcterms:W3CDTF">2026-03-03T18:52:34Z</dcterms:modified>
</cp:coreProperties>
</file>