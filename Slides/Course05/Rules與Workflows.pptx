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8395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AE5D3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AE5D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 與 Workflows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286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AI Agent 完全符合你的開發風格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 進階功能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議程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規則系統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 Agent 的行為約束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啟用模式詳解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四種不同的觸發方式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工作流程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步驟化的任務引導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實戰應用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專案範例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為什麼需要 Rules 和 Workflows？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每個開發者都有自己的風格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有些團隊偏好 TypeScript，有些堅持特定命名慣例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不同專案有獨特的架構模式和規範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重複性的部署、測試任務需要標準化流程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2103120"/>
          </a:xfrm>
          <a:prstGeom prst="rect">
            <a:avLst/>
          </a:prstGeom>
          <a:solidFill>
            <a:srgbClr val="FDF2E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規則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定義約束條件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確保 Agent 生成的程式碼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符合你的標準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「怎麼做」的指引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工作流程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32918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定義步驟序列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引導 Agent 完成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重複性任務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「做什麼」的流程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Rules：定義 Agent 的行為規則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是你手動定義的約束條件，用來引導 Agent 遵循特定的行為模式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3931920" cy="640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Rules 全域規則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儲存位置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~/.gemini/GEMINI.md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特點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套用到所有工作區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適合定義個人編程偏好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通用的程式碼風格規範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例：預設語言、命名慣例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645920"/>
            <a:ext cx="3931920" cy="640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737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Rules 工作區規則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儲存位置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.agent/rules/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特點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46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只套用到該專案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適合定義專案特定規範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可與團隊成員共享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例：技術棧、架構模式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建立 Rules 的步驟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18288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 Customizations 面板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325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Agent 面板頂部，點擊「...」→「Customizations」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切換到 Rules 分頁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3317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選擇「Rules」分頁，查看目前已有的規則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建立新規則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3337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點擊「+ Global」建立全域規則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點擊「+ Workspace」建立工作區規則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97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撰寫規則內容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4343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Markdown 格式定義 Agent 應遵循的規範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Rules 範例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18288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檔案位置：~/.gemini/GEMINI.md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全域開發規則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語言設定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預設語言：繁體中文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文件與 commit message 使用繁體中文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開發環境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Python：使用 uv 建立虛擬環境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JavaScript/TypeScript：使用 npm/npx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部署環境：優先使用 Docker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程式碼風格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變數命名：camelCase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常數命名：UPPER_SNAKE_CASE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這些規則會套用到你所有的專案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 的四種啟用模式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2286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需要用 @ 提及才會套用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適合：偶爾使用的特定規則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每次對話都會自動生效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適合：核心編程規範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54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Decision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根據描述判斷是否套用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適合：情境相關的規則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54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檔案符合 pattern 時自動套用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適合：特定檔案類型的規範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模式：手動引用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18288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規則內容範例：pythonrule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開發規則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一律在寫功能前撰寫測試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所有程式碼要用 pep8 規格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要有 docstring 和註解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使用方式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3931920" cy="1828800"/>
          </a:xfrm>
          <a:prstGeom prst="rect">
            <a:avLst/>
          </a:prstGeom>
          <a:solidFill>
            <a:srgbClr val="FDF2E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在對話框中使用 @ 提及：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@pythonrule 幫我寫一個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讀取 CSV 的函式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會遵循規則中定義的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測試優先、pep8、docstring 要求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使用時機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特定任務才需要的規則（如：寫測試時引用測試規則）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不想每次都自動套用的進階設定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團隊中不同成員有不同偏好時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智慧啟用：Model Decision &amp; Glob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Decision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 AI 自己判斷是否需要這個規則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設定方式：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Description 填寫觸發條件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例：「如果使用 torch 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就必須引用這規則」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根據檔案類型自動套用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設定方式：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 Glob Pattern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例：*.py, *.ipynb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編輯 Python 檔案時自動套用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solidFill>
            <a:srgbClr val="FDF2E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選擇建議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Decision：適合「情境相關」的規則，如特定框架、特定任務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Glob：適合「檔案類型相關」的規則，如 Python 風格、TypeScript 設定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Workflows：定義自動化工作流程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27432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DF2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讓你定義一系列步驟，引導 Agent 完成重複性任務序列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儲存位置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~/.gemini/antigravity/global_workflows/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.agent/workflows/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特點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使用 Markdown 格式撰寫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840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包含 Description 和 Steps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用斜線命令 /name 觸發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4343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執行時產生 Implementation Plan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 的格式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18288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029200" cy="365760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將應用程式部署到生產環境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**執行測試**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執行 `npm test` 確保所有測試通過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**建置應用程式**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執行 `npm run build`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**版本更新**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更新 package.json 版本號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產生 CHANGELOG.md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**部署**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部署到生產環境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0" y="1188720"/>
            <a:ext cx="2926080" cy="1097280"/>
          </a:xfrm>
          <a:prstGeom prst="rect">
            <a:avLst/>
          </a:prstGeom>
          <a:solidFill>
            <a:srgbClr val="FDF2E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說明這個 Workflow 的用途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會根據此判斷是否適用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2468880"/>
            <a:ext cx="2926080" cy="1463040"/>
          </a:xfrm>
          <a:prstGeom prst="rect">
            <a:avLst/>
          </a:prstGeom>
          <a:solidFill>
            <a:srgbClr val="FDF2E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926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定義執行步驟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使用編號清單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每步驟可包含指令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會依序執行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執行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18288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18872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觸發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 /workflow-name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產生 Implementation Plan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77840" y="118872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逐步完成任務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772400" y="118872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產生 Walkthrough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執行範例：/pyworkflow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200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執行過程：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執行 npm test（所有測試通過 ✓）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執行 npm run build（建置成功 ✓）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更新 package.json 版本號 1.0.0 → 1.1.0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產生 CHANGELOG.md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部署完成 ✓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 vs Workflows 比較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2286000" cy="45720"/>
          </a:xfrm>
          <a:prstGeom prst="rect">
            <a:avLst/>
          </a:prstGeom>
          <a:solidFill>
            <a:srgbClr val="E67E22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377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提供持久的上下文和約束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提供結構化的步驟序列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層級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層級指導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Trajectory 層級引導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觸發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 提及 或 自動啟用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斜線命令 /name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使用時機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遵循特定規範時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執行連串任務時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執行結果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影響回應風格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產生 Plan + Walkthrough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57600"/>
            <a:ext cx="3931920" cy="1280160"/>
          </a:xfrm>
          <a:prstGeom prst="rect">
            <a:avLst/>
          </a:prstGeom>
          <a:solidFill>
            <a:srgbClr val="FDF2E9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= 「怎麼做」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定義編程風格和約束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3657600"/>
            <a:ext cx="39319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= 「做什麼」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937760" y="4206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定義任務執行步驟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實戰：Next.js 專案規則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2286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nextjsrule - Workspace Rule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347472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Next.js 專案規範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技術棧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Next.js 14 with App Router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TypeScript strict mode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Tailwind CSS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Prisma + PostgreSQL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檔案結構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頁面：app/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元件：components/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工具函式：lib/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API 路由：app/api/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命名慣例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元件：PascalCase (e.g., UserCard)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檔案：kebab-case (e.g., user-card.tsx)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變數：camelCase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常數：UPPER_SNAKE_CASE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元件規範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優先使用 Server Components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需要互動時使用 Client Components ('use client')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實戰：Next.js 新增功能流程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868680"/>
            <a:ext cx="2286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nextjsworkflow - Add Feature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確認需求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詢問功能名稱、UI 元件、API 端點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DB Schema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Prisma Model，執行 migrate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API 路由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 POST / PUT / DELETE 端點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UI 元件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遵循專案規範建立元件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整合頁面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整合元件和 API，完成功能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DF2E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執行：/nextjsworkflow → Agent 會依序執行上述步驟，自動完成功能開發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FAE5D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本章重點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Rules 定義 Agent 應遵循的約束和規範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Rules 分為 Global（全域）和 Workspace（工作區）兩種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四種啟用模式：Manual、Always On、Model Decision、Glob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Workflows 定義步驟序列，引導 Agent 完成任務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Workflows 用 /name 觸發，產生 Plan 和 Walkthrough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兩者結合能讓 Agent 完全符合你的開發風格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64008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720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 Rules 和 Workflows，打造符合你開發風格的 AI 助手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</Words>
  <Application>Microsoft Macintosh PowerPoint</Application>
  <PresentationFormat>如螢幕大小 (16:9)</PresentationFormat>
  <Paragraphs>297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與 Workflows</dc:title>
  <dc:subject>PptxGenJS Presentation</dc:subject>
  <dc:creator>Josh</dc:creator>
  <cp:lastModifiedBy>Josh Hu</cp:lastModifiedBy>
  <cp:revision>2</cp:revision>
  <dcterms:created xsi:type="dcterms:W3CDTF">2026-02-03T17:48:48Z</dcterms:created>
  <dcterms:modified xsi:type="dcterms:W3CDTF">2026-02-03T18:02:02Z</dcterms:modified>
</cp:coreProperties>
</file>