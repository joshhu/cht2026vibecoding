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-2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image" Target="../media/image-2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image" Target="../media/image-2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image" Target="../media/image-2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image" Target="../media/image-2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image" Target="../media/image-3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image" Target="../media/image-3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image" Target="../media/image-3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2011680"/>
            <a:ext cx="2743200" cy="73152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1945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</a:rPr>
              <a:t>第一個完整專案實戰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0" y="3017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5B4F"/>
                </a:solidFill>
              </a:rPr>
              <a:t>使用 Antigravity 打造 Todo List 應用程式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專案目標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</a:rPr>
              <a:t>建立一個功能完整的 Todo List 網頁應用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28600" cy="22860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801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1280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新增事項 — 輸入文字後按 Enter 或點擊按鈕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228600" cy="22860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7830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783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標記狀態 — 點擊切換完成/未完成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286000"/>
            <a:ext cx="228600" cy="22860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2860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刪除事項 — 移除不需要的項目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788920"/>
            <a:ext cx="228600" cy="22860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7889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2788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分類篩選 — 全部、待完成、已完成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291840"/>
            <a:ext cx="228600" cy="22860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918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3291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本地儲存 — 使用 localStorage 保存資料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選擇 Planning Mode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在 Agent 側邊面板的下拉選單中選擇「Planning」模式</a:t>
            </a:r>
            <a:endParaRPr lang="en-US" sz="1300" dirty="0"/>
          </a:p>
        </p:txBody>
      </p:sp>
      <p:pic>
        <p:nvPicPr>
          <p:cNvPr id="5" name="Image 0" descr="/sessions/modest-epic-mccarthy/mnt/antigravity/ch03/03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3943" y="1371600"/>
            <a:ext cx="3776114" cy="3017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F"/>
                </a:solidFill>
              </a:rPr>
              <a:t>Planning Mode 適合深度研究、複雜任務或協作工作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輸入專案需求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複製以下提示詞輸入到 Agent 對話中：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016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請幫我建立一個 Todo List 網頁應用，需求如下：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功能需求：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可以新增待辦事項（輸入文字後按 Enter 或點擊按鈕）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可以標記事項為完成/未完成（點擊切換）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可以刪除事項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可以篩選顯示：全部、未完成、已完成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使用 localStorage 儲存資料，重新整理不會遺失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技術要求：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使用純 HTML、CSS、JavaScript（不使用框架）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CSS 使用現代化設計，支援響應式佈局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JavaScript 使用 ES6+ 語法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程式碼要有適當的註解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請先建立專案結構，然後逐步實作各個功能。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輸入專案需求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用自然語言描述完整的功能與技術需求</a:t>
            </a:r>
            <a:endParaRPr lang="en-US" sz="1300" dirty="0"/>
          </a:p>
        </p:txBody>
      </p:sp>
      <p:pic>
        <p:nvPicPr>
          <p:cNvPr id="5" name="Image 0" descr="/sessions/modest-epic-mccarthy/mnt/antigravity/ch03/03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1823" y="1371600"/>
            <a:ext cx="2460355" cy="3017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F"/>
                </a:solidFill>
              </a:rPr>
              <a:t>在 Agent 側邊面板輸入 Todo List 專案的完整需求規格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開始規劃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送出需求後，Agent 會開始產生 Implementation Plan</a:t>
            </a:r>
            <a:endParaRPr lang="en-US" sz="1300" dirty="0"/>
          </a:p>
        </p:txBody>
      </p:sp>
      <p:pic>
        <p:nvPicPr>
          <p:cNvPr id="5" name="Image 0" descr="/sessions/modest-epic-mccarthy/mnt/antigravity/ch03/03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9671" y="1371600"/>
            <a:ext cx="2024659" cy="3017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F"/>
                </a:solidFill>
              </a:rPr>
              <a:t>Agent 開始處理需求，顯示「Generating」狀態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查看進度更新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Agent 會顯示正在編輯的檔案和進度更新</a:t>
            </a:r>
            <a:endParaRPr lang="en-US" sz="1300" dirty="0"/>
          </a:p>
        </p:txBody>
      </p:sp>
      <p:pic>
        <p:nvPicPr>
          <p:cNvPr id="5" name="Image 0" descr="/sessions/modest-epic-mccarthy/mnt/antigravity/ch03/03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25198" y="1371600"/>
            <a:ext cx="1893603" cy="3017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F"/>
                </a:solidFill>
              </a:rPr>
              <a:t>Progress Updates 和 Files Edited 面板顯示工作進度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查看 Implementation Plan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點擊 Implementation Plan 分頁查看詳細實作計畫</a:t>
            </a:r>
            <a:endParaRPr lang="en-US" sz="1300" dirty="0"/>
          </a:p>
        </p:txBody>
      </p:sp>
      <p:pic>
        <p:nvPicPr>
          <p:cNvPr id="5" name="Image 0" descr="/sessions/modest-epic-mccarthy/mnt/antigravity/ch03/03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9876" y="1371600"/>
            <a:ext cx="3904247" cy="3017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F"/>
                </a:solidFill>
              </a:rPr>
              <a:t>Implementation Plan 包含核心功能、專案結構與實作步驟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查看完成的應用程式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Agent 完成程式碼後，在瀏覽器中開啟 index.html 查看成果</a:t>
            </a:r>
            <a:endParaRPr lang="en-US" sz="1300" dirty="0"/>
          </a:p>
        </p:txBody>
      </p:sp>
      <p:pic>
        <p:nvPicPr>
          <p:cNvPr id="5" name="Image 0" descr="/sessions/modest-epic-mccarthy/mnt/antigravity/ch03/03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5533" y="1371600"/>
            <a:ext cx="3432934" cy="3017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F"/>
                </a:solidFill>
              </a:rPr>
              <a:t>Todo List 應用介面 — 現代化設計、漸層背景、卡片式容器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自動產生的專案檔案</a:t>
            </a:r>
            <a:endParaRPr lang="en-US" sz="2400" dirty="0"/>
          </a:p>
        </p:txBody>
      </p:sp>
      <p:pic>
        <p:nvPicPr>
          <p:cNvPr id="4" name="Image 0" descr="/sessions/modest-epic-mccarthy/mnt/antigravity/ch03/03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3037" y="1188720"/>
            <a:ext cx="3711686" cy="3108960"/>
          </a:xfrm>
          <a:prstGeom prst="rect">
            <a:avLst/>
          </a:prstGeom>
        </p:spPr>
      </p:pic>
      <p:pic>
        <p:nvPicPr>
          <p:cNvPr id="5" name="Image 1" descr="/sessions/modest-epic-mccarthy/mnt/antigravity/ch03/0308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4166" y="1188720"/>
            <a:ext cx="3781908" cy="31089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4320" y="438912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F"/>
                </a:solidFill>
              </a:rPr>
              <a:t>index.html — 頁面結構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4572000" y="438912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F"/>
                </a:solidFill>
              </a:rPr>
              <a:t>style.css — 樣式設計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436D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Browser Subagent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自動操作瀏覽器，測試應用程式的各項功能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57"/>
                </a:solidFill>
              </a:rPr>
              <a:t>可以自動執行的測試任務：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檢查頁面標題是否正確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自動新增待辦事項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點擊項目標記為完成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切換篩選器測試分類功能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刪除項目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8404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重新整理頁面確認資料保存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輸入測試指令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複製以下提示詞輸入到 Agent 對話中：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016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請使用 Browser Subagent 測試我們的 Todo List 應用，執行以下測試步驟：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開啟本地的 index.html 檔案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檢查頁面標題是否為「我的待辦事項」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新增兩個任務：「學習 Antigravity」與「寫程式」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點擊「學習 Antigravity」將其標記為完成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切換篩選器到「已完成」，確認只看到「學習 Antigravity」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切換回「全部」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刪除「寫程式」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 重新整理頁面，確認「學習 Antigravity」依然是完成狀態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輸入測試指令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在 Agent 對話中輸入測試任務的 Goal</a:t>
            </a:r>
            <a:endParaRPr lang="en-US" sz="1300" dirty="0"/>
          </a:p>
        </p:txBody>
      </p:sp>
      <p:pic>
        <p:nvPicPr>
          <p:cNvPr id="5" name="Image 0" descr="/sessions/modest-epic-mccarthy/mnt/antigravity/ch03/03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87921" y="1371600"/>
            <a:ext cx="1968158" cy="3017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F"/>
                </a:solidFill>
              </a:rPr>
              <a:t>Browser Subagent 測試任務，包含多個測試步驟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確認執行測試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點擊 Confirm 按鈕允許 Browser Subagent 執行操作</a:t>
            </a:r>
            <a:endParaRPr lang="en-US" sz="1300" dirty="0"/>
          </a:p>
        </p:txBody>
      </p:sp>
      <p:pic>
        <p:nvPicPr>
          <p:cNvPr id="5" name="Image 0" descr="/sessions/modest-epic-mccarthy/mnt/antigravity/ch03/03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0066" y="1371600"/>
            <a:ext cx="2343867" cy="3017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F"/>
                </a:solidFill>
              </a:rPr>
              <a:t>Browser Subagent 執行確認對話框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自動新增待辦事項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Browser Subagent 自動在輸入框中輸入並新增項目</a:t>
            </a:r>
            <a:endParaRPr lang="en-US" sz="1300" dirty="0"/>
          </a:p>
        </p:txBody>
      </p:sp>
      <p:pic>
        <p:nvPicPr>
          <p:cNvPr id="5" name="Image 0" descr="/sessions/modest-epic-mccarthy/mnt/antigravity/ch03/03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605" y="1371600"/>
            <a:ext cx="2742791" cy="3017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F"/>
                </a:solidFill>
              </a:rPr>
              <a:t>自動新增了「學習 Antigravity」和「寫程式」兩個待辦事項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自動標記為完成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Browser Subagent 點擊項目將其標記為完成狀態</a:t>
            </a:r>
            <a:endParaRPr lang="en-US" sz="1300" dirty="0"/>
          </a:p>
        </p:txBody>
      </p:sp>
      <p:pic>
        <p:nvPicPr>
          <p:cNvPr id="5" name="Image 0" descr="/sessions/modest-epic-mccarthy/mnt/antigravity/ch03/03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65819" y="1371600"/>
            <a:ext cx="3412363" cy="3017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F"/>
                </a:solidFill>
              </a:rPr>
              <a:t>「學習 Antigravity」已被標記為完成（顯示打勾和刪除線）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查看測試結果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測試完成後，Agent 回報測試結果</a:t>
            </a:r>
            <a:endParaRPr lang="en-US" sz="1300" dirty="0"/>
          </a:p>
        </p:txBody>
      </p:sp>
      <p:pic>
        <p:nvPicPr>
          <p:cNvPr id="5" name="Image 0" descr="/sessions/modest-epic-mccarthy/mnt/antigravity/ch03/03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0686" y="1371600"/>
            <a:ext cx="1742628" cy="3017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F"/>
                </a:solidFill>
              </a:rPr>
              <a:t>「測試任務已圓滿完成」— JavaScript 成功處理中文字元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User Feedback（Click Feedback）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直接在截圖上點擊，告訴 Agent 你想修改哪裡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57"/>
                </a:solidFill>
              </a:rPr>
              <a:t>比用文字描述更直覺、更精確的修改方式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74320" cy="27432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03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103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點擊截圖上想修改的區域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274320" cy="27432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06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6060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在彈出的輸入框中留下意見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274320" cy="27432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108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3108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Agent 會根據意見進行修改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611880"/>
            <a:ext cx="274320" cy="27432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611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6118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查看修改後的結果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開啟 Click Feedback 介面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在 Artifacts 區域點擊 Agent 截取的應用程式截圖</a:t>
            </a:r>
            <a:endParaRPr lang="en-US" sz="1300" dirty="0"/>
          </a:p>
        </p:txBody>
      </p:sp>
      <p:pic>
        <p:nvPicPr>
          <p:cNvPr id="5" name="Image 0" descr="/sessions/modest-epic-mccarthy/mnt/antigravity/ch03/03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9111" y="1371600"/>
            <a:ext cx="3745778" cy="3017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F"/>
                </a:solidFill>
              </a:rPr>
              <a:t>Click Feedback 介面，可直接點擊想修改的區域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點擊想修改的區域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點擊後會彈出「Leave a comment」輸入框</a:t>
            </a:r>
            <a:endParaRPr lang="en-US" sz="1300" dirty="0"/>
          </a:p>
        </p:txBody>
      </p:sp>
      <p:pic>
        <p:nvPicPr>
          <p:cNvPr id="5" name="Image 0" descr="/sessions/modest-epic-mccarthy/mnt/antigravity/ch03/03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7644" y="1371600"/>
            <a:ext cx="3348711" cy="3017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F"/>
                </a:solidFill>
              </a:rPr>
              <a:t>點擊新增按鈕區域後，顯示 Comment 輸入框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輸入修改意見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輸入你的修改需求，例如「這邊換個顏色」</a:t>
            </a:r>
            <a:endParaRPr lang="en-US" sz="1300" dirty="0"/>
          </a:p>
        </p:txBody>
      </p:sp>
      <p:pic>
        <p:nvPicPr>
          <p:cNvPr id="5" name="Image 0" descr="/sessions/modest-epic-mccarthy/mnt/antigravity/ch03/03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8046" y="1371600"/>
            <a:ext cx="3287907" cy="3017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F"/>
                </a:solidFill>
              </a:rPr>
              <a:t>輸入「這邊換個顏色」然後點擊 Add Comment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處理回饋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Agent 理解你的意見並規劃修改方案</a:t>
            </a:r>
            <a:endParaRPr lang="en-US" sz="1300" dirty="0"/>
          </a:p>
        </p:txBody>
      </p:sp>
      <p:pic>
        <p:nvPicPr>
          <p:cNvPr id="5" name="Image 0" descr="/sessions/modest-epic-mccarthy/mnt/antigravity/ch03/03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9548" y="1371600"/>
            <a:ext cx="1878664" cy="3017520"/>
          </a:xfrm>
          <a:prstGeom prst="rect">
            <a:avLst/>
          </a:prstGeom>
        </p:spPr>
      </p:pic>
      <p:pic>
        <p:nvPicPr>
          <p:cNvPr id="6" name="Image 1" descr="/sessions/modest-epic-mccarthy/mnt/antigravity/ch03/0318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1556" y="1371600"/>
            <a:ext cx="2007129" cy="30175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F"/>
                </a:solidFill>
              </a:rPr>
              <a:t>Agent 回應將按鈕顏色改為橘黃色系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查看修改結果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Agent 更新 CSS 後，篩選按鈕變成了橘黃色</a:t>
            </a:r>
            <a:endParaRPr lang="en-US" sz="1300" dirty="0"/>
          </a:p>
        </p:txBody>
      </p:sp>
      <p:pic>
        <p:nvPicPr>
          <p:cNvPr id="5" name="Image 0" descr="/sessions/modest-epic-mccarthy/mnt/antigravity/ch03/031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6820" y="1371600"/>
            <a:ext cx="4830360" cy="3017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F"/>
                </a:solidFill>
              </a:rPr>
              <a:t>修改後的介面，篩選按鈕現在是橘黃色，更具視覺辨識度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 Implementation Plan 上留下意見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除了截圖，也可以在 Implementation Plan 上直接留下修改意見</a:t>
            </a:r>
            <a:endParaRPr lang="en-US" sz="1300" dirty="0"/>
          </a:p>
        </p:txBody>
      </p:sp>
      <p:pic>
        <p:nvPicPr>
          <p:cNvPr id="5" name="Image 0" descr="/sessions/modest-epic-mccarthy/mnt/antigravity/ch03/03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0872" y="1371600"/>
            <a:ext cx="4182256" cy="1371600"/>
          </a:xfrm>
          <a:prstGeom prst="rect">
            <a:avLst/>
          </a:prstGeom>
        </p:spPr>
      </p:pic>
      <p:pic>
        <p:nvPicPr>
          <p:cNvPr id="6" name="Image 1" descr="/sessions/modest-epic-mccarthy/mnt/antigravity/ch03/032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908" y="2926080"/>
            <a:ext cx="3802185" cy="1371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F"/>
                </a:solidFill>
              </a:rPr>
              <a:t>點擊功能項目，輸入「使用框架而非純 JavaScript」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新增統計功能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透過留下意見要求 Agent 新增統計區塊</a:t>
            </a:r>
            <a:endParaRPr lang="en-US" sz="1300" dirty="0"/>
          </a:p>
        </p:txBody>
      </p:sp>
      <p:pic>
        <p:nvPicPr>
          <p:cNvPr id="5" name="Image 0" descr="/sessions/modest-epic-mccarthy/mnt/antigravity/ch03/032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4023360" cy="2770726"/>
          </a:xfrm>
          <a:prstGeom prst="rect">
            <a:avLst/>
          </a:prstGeom>
        </p:spPr>
      </p:pic>
      <p:pic>
        <p:nvPicPr>
          <p:cNvPr id="6" name="Image 1" descr="/sessions/modest-epic-mccarthy/mnt/antigravity/ch03/032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7179" y="1371600"/>
            <a:ext cx="2415882" cy="30175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F"/>
                </a:solidFill>
              </a:rPr>
              <a:t>要求新增統計區塊，顯示全部/待完成/已完成數量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查看 Task 任務清單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隨時查看 Task 面板，了解 Agent 的工作進度</a:t>
            </a:r>
            <a:endParaRPr lang="en-US" sz="1300" dirty="0"/>
          </a:p>
        </p:txBody>
      </p:sp>
      <p:pic>
        <p:nvPicPr>
          <p:cNvPr id="5" name="Image 0" descr="/sessions/modest-epic-mccarthy/mnt/antigravity/ch03/032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0748" y="1371600"/>
            <a:ext cx="3682504" cy="3017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F"/>
                </a:solidFill>
              </a:rPr>
              <a:t>Task 清單顯示規劃與準備、核心功能實作、驗證與優化各階段進度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查看 Walkthrough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專案完成後，Agent 自動產生詳細的成果報告</a:t>
            </a:r>
            <a:endParaRPr lang="en-US" sz="1300" dirty="0"/>
          </a:p>
        </p:txBody>
      </p:sp>
      <p:pic>
        <p:nvPicPr>
          <p:cNvPr id="5" name="Image 0" descr="/sessions/modest-epic-mccarthy/mnt/antigravity/ch03/03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895" y="1371600"/>
            <a:ext cx="3493971" cy="3017520"/>
          </a:xfrm>
          <a:prstGeom prst="rect">
            <a:avLst/>
          </a:prstGeom>
        </p:spPr>
      </p:pic>
      <p:pic>
        <p:nvPicPr>
          <p:cNvPr id="6" name="Image 1" descr="/sessions/modest-epic-mccarthy/mnt/antigravity/ch03/0327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5060" y="1371600"/>
            <a:ext cx="3680121" cy="30175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F"/>
                </a:solidFill>
              </a:rPr>
              <a:t>Walkthrough 包含實作功能清單和測試驗證證明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新增待辦事項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輸入「買牛奶」然後點擊「新增」按鈕</a:t>
            </a:r>
            <a:endParaRPr lang="en-US" sz="1300" dirty="0"/>
          </a:p>
        </p:txBody>
      </p:sp>
      <p:pic>
        <p:nvPicPr>
          <p:cNvPr id="5" name="Image 0" descr="/sessions/modest-epic-mccarthy/mnt/antigravity/ch03/032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4023360" cy="3001427"/>
          </a:xfrm>
          <a:prstGeom prst="rect">
            <a:avLst/>
          </a:prstGeom>
        </p:spPr>
      </p:pic>
      <p:pic>
        <p:nvPicPr>
          <p:cNvPr id="6" name="Image 1" descr="/sessions/modest-epic-mccarthy/mnt/antigravity/ch03/0329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4279" y="1371600"/>
            <a:ext cx="3301681" cy="30175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F"/>
                </a:solidFill>
              </a:rPr>
              <a:t>輸入文字後點擊新增，項目出現在待辦清單中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標記為完成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點擊項目將其標記為完成（顯示綠色打勾和刪除線）</a:t>
            </a:r>
            <a:endParaRPr lang="en-US" sz="1300" dirty="0"/>
          </a:p>
        </p:txBody>
      </p:sp>
      <p:pic>
        <p:nvPicPr>
          <p:cNvPr id="5" name="Image 0" descr="/sessions/modest-epic-mccarthy/mnt/antigravity/ch03/033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980" y="1371600"/>
            <a:ext cx="3361801" cy="3017520"/>
          </a:xfrm>
          <a:prstGeom prst="rect">
            <a:avLst/>
          </a:prstGeom>
        </p:spPr>
      </p:pic>
      <p:pic>
        <p:nvPicPr>
          <p:cNvPr id="6" name="Image 1" descr="/sessions/modest-epic-mccarthy/mnt/antigravity/ch03/033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089" y="1371600"/>
            <a:ext cx="2412063" cy="30175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F"/>
                </a:solidFill>
              </a:rPr>
              <a:t>標記完成後繼續新增更多項目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篩選功能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點擊篩選標籤切換顯示「待完成」或「已完成」項目</a:t>
            </a:r>
            <a:endParaRPr lang="en-US" sz="1300" dirty="0"/>
          </a:p>
        </p:txBody>
      </p:sp>
      <p:pic>
        <p:nvPicPr>
          <p:cNvPr id="5" name="Image 0" descr="/sessions/modest-epic-mccarthy/mnt/antigravity/ch03/033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222" y="1371600"/>
            <a:ext cx="2761315" cy="3017520"/>
          </a:xfrm>
          <a:prstGeom prst="rect">
            <a:avLst/>
          </a:prstGeom>
        </p:spPr>
      </p:pic>
      <p:pic>
        <p:nvPicPr>
          <p:cNvPr id="6" name="Image 1" descr="/sessions/modest-epic-mccarthy/mnt/antigravity/ch03/033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4914" y="1371600"/>
            <a:ext cx="3300413" cy="30175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F"/>
                </a:solidFill>
              </a:rPr>
              <a:t>篩選「待完成」和「已完成」的不同顯示結果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 Agent 進行完整測試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請 Agent 執行更複雜的測試流程</a:t>
            </a:r>
            <a:endParaRPr lang="en-US" sz="1300" dirty="0"/>
          </a:p>
        </p:txBody>
      </p:sp>
      <p:pic>
        <p:nvPicPr>
          <p:cNvPr id="5" name="Image 0" descr="/sessions/modest-epic-mccarthy/mnt/antigravity/ch03/033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253" y="1371600"/>
            <a:ext cx="3619254" cy="3017520"/>
          </a:xfrm>
          <a:prstGeom prst="rect">
            <a:avLst/>
          </a:prstGeom>
        </p:spPr>
      </p:pic>
      <p:pic>
        <p:nvPicPr>
          <p:cNvPr id="6" name="Image 1" descr="/sessions/modest-epic-mccarthy/mnt/antigravity/ch03/033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659" y="1371600"/>
            <a:ext cx="1682923" cy="30175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F"/>
                </a:solidFill>
              </a:rPr>
              <a:t>輸入測試指令，Browser Subagent 開始執行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觀看自動化測試過程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Browser Subagent 自動執行每個測試步驟</a:t>
            </a:r>
            <a:endParaRPr lang="en-US" sz="1300" dirty="0"/>
          </a:p>
        </p:txBody>
      </p:sp>
      <p:pic>
        <p:nvPicPr>
          <p:cNvPr id="5" name="Image 0" descr="/sessions/modest-epic-mccarthy/mnt/antigravity/ch03/033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0322" y="1371600"/>
            <a:ext cx="2217117" cy="3017520"/>
          </a:xfrm>
          <a:prstGeom prst="rect">
            <a:avLst/>
          </a:prstGeom>
        </p:spPr>
      </p:pic>
      <p:pic>
        <p:nvPicPr>
          <p:cNvPr id="6" name="Image 1" descr="/sessions/modest-epic-mccarthy/mnt/antigravity/ch03/0337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705058"/>
            <a:ext cx="4023360" cy="235060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F"/>
                </a:solidFill>
              </a:rPr>
              <a:t>自動新增項目、點擊標記、切換篩選器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測試完成的最終成果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所有測試步驟執行完畢，應用程式運作正常</a:t>
            </a:r>
            <a:endParaRPr lang="en-US" sz="1300" dirty="0"/>
          </a:p>
        </p:txBody>
      </p:sp>
      <p:pic>
        <p:nvPicPr>
          <p:cNvPr id="5" name="Image 0" descr="/sessions/modest-epic-mccarthy/mnt/antigravity/ch03/033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5421" y="1371600"/>
            <a:ext cx="3453158" cy="3017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F"/>
                </a:solidFill>
              </a:rPr>
              <a:t>完整測試後的 Todo List，統計區塊顯示正確數據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專案圓滿完成！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Agent 回報：「目前專案運作非常完美，恭喜您完成了第一個完整專案實戰！」</a:t>
            </a:r>
            <a:endParaRPr lang="en-US" sz="1300" dirty="0"/>
          </a:p>
        </p:txBody>
      </p:sp>
      <p:pic>
        <p:nvPicPr>
          <p:cNvPr id="5" name="Image 0" descr="/sessions/modest-epic-mccarthy/mnt/antigravity/ch03/034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8252" y="1371600"/>
            <a:ext cx="2747496" cy="3017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F"/>
                </a:solidFill>
              </a:rPr>
              <a:t>恭喜完成第一個完整專案！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本章小結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10972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25880"/>
            <a:ext cx="320040" cy="3200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25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325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Planning Mode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4F"/>
                </a:solidFill>
              </a:rPr>
              <a:t>使用規劃模式讓 Agent 先思考再行動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651760" cy="10972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325880"/>
            <a:ext cx="320040" cy="320040"/>
          </a:xfrm>
          <a:prstGeom prst="ellipse">
            <a:avLst/>
          </a:prstGeom>
          <a:solidFill>
            <a:srgbClr val="5436DA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325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0" y="1325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Implementation Plan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29000" y="1691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4F"/>
                </a:solidFill>
              </a:rPr>
              <a:t>查看詳細的實作計畫與專案結構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651760" cy="10972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325880"/>
            <a:ext cx="320040" cy="3200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325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75120" y="1325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Browser Subagent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1691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4F"/>
                </a:solidFill>
              </a:rPr>
              <a:t>自動操作瀏覽器測試各項功能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468880"/>
            <a:ext cx="2651760" cy="10972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2606040"/>
            <a:ext cx="320040" cy="3200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2606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2606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User Feedback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2971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4F"/>
                </a:solidFill>
              </a:rPr>
              <a:t>在截圖上點擊留下修改意見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91840" y="2468880"/>
            <a:ext cx="2651760" cy="10972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29000" y="2606040"/>
            <a:ext cx="320040" cy="320040"/>
          </a:xfrm>
          <a:prstGeom prst="ellipse">
            <a:avLst/>
          </a:prstGeom>
          <a:solidFill>
            <a:srgbClr val="5436DA"/>
          </a:solidFill>
          <a:ln/>
        </p:spPr>
      </p:sp>
      <p:sp>
        <p:nvSpPr>
          <p:cNvPr id="26" name="Text 24"/>
          <p:cNvSpPr/>
          <p:nvPr/>
        </p:nvSpPr>
        <p:spPr>
          <a:xfrm>
            <a:off x="3429000" y="2606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840480" y="2606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Task + Walkthrough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29000" y="2971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4F"/>
                </a:solidFill>
              </a:rPr>
              <a:t>追蹤進度與查看專案成果報告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840480"/>
            <a:ext cx="8229600" cy="640080"/>
          </a:xfrm>
          <a:prstGeom prst="roundRect">
            <a:avLst/>
          </a:prstGeom>
          <a:solidFill>
            <a:srgbClr val="D97757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下一章：進階功能與多 Agent 協作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第一個完整專案實戰</dc:title>
  <dc:subject>PptxGenJS Presentation</dc:subject>
  <dc:creator>Antigravity Book</dc:creator>
  <cp:lastModifiedBy>Antigravity Book</cp:lastModifiedBy>
  <cp:revision>1</cp:revision>
  <dcterms:created xsi:type="dcterms:W3CDTF">2026-01-27T17:49:48Z</dcterms:created>
  <dcterms:modified xsi:type="dcterms:W3CDTF">2026-01-27T17:49:48Z</dcterms:modified>
</cp:coreProperties>
</file>