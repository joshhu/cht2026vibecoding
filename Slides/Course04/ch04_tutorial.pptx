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第四章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Manager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與多 Agent 協作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像管理 AI 開發團隊一樣，同時運行多個 Agent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73152"/>
          </a:xfrm>
          <a:prstGeom prst="rect">
            <a:avLst/>
          </a:prstGeom>
          <a:solidFill>
            <a:srgbClr val="D9775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本章重點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914400"/>
            <a:ext cx="457200" cy="4572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1168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11704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中央控制台管理所有 Agent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1691640"/>
            <a:ext cx="457200" cy="4572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協作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1947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同時運行多個專案任務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2468880"/>
            <a:ext cx="457200" cy="4572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權限管理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27249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/ Always Allow 機制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3246120"/>
            <a:ext cx="457200" cy="4572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1168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Subagent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11680" y="35021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自動化測試與驗證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1168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追蹤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11680" y="4279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任務清單與進度管理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兩種視圖模式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3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View（編輯器視圖）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左側：檔案瀏覽器 + 程式碼編輯區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右側：Agent 側邊面板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適合：專注單一任務開發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View（管理器視圖）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中央控制台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以對話列表為主體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適合：管理多個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2377440"/>
            <a:ext cx="36576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切換快捷鍵：Cmd+E / Ctrl+E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Manager 介面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左側為 Inbox 和 Workspaces 列表</a:t>
            </a:r>
            <a:endParaRPr lang="en-US" sz="1400" dirty="0"/>
          </a:p>
        </p:txBody>
      </p:sp>
      <p:pic>
        <p:nvPicPr>
          <p:cNvPr id="5" name="Image 0" descr="/sessions/modest-epic-mccarthy/mnt/antigravity/ch04/04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675" y="1097280"/>
            <a:ext cx="705265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執行中的對話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顯示 Following 和 Review Changes 選項</a:t>
            </a:r>
            <a:endParaRPr lang="en-US" sz="1400" dirty="0"/>
          </a:p>
        </p:txBody>
      </p:sp>
      <p:pic>
        <p:nvPicPr>
          <p:cNvPr id="5" name="Image 0" descr="/sessions/modest-epic-mccarthy/mnt/antigravity/ch04/04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166" y="1097280"/>
            <a:ext cx="7057669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開始新對話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點擊「+ Start conversation」顯示快捷鍵提示 ⌘N</a:t>
            </a:r>
            <a:endParaRPr lang="en-US" sz="1400" dirty="0"/>
          </a:p>
        </p:txBody>
      </p:sp>
      <p:pic>
        <p:nvPicPr>
          <p:cNvPr id="5" name="Image 0" descr="/sessions/modest-epic-mccarthy/mnt/antigravity/ch04/04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50" y="1097280"/>
            <a:ext cx="71059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主要介面區域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822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左側邊欄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Inbox、Start conversation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對話列表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對話標題、工作區、狀態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搜尋功能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(⌘K) 快速找對話</a:t>
            </a:r>
            <a:endParaRPr lang="en-US" sz="1200" dirty="0"/>
          </a:p>
        </p:txBody>
      </p:sp>
      <p:pic>
        <p:nvPicPr>
          <p:cNvPr id="13" name="Image 0" descr="/sessions/modest-epic-mccarthy/mnt/antigravity/ch04/04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914400"/>
            <a:ext cx="2298879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對話狀態說明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54480" y="1600200"/>
            <a:ext cx="6035040" cy="18288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Running...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正在執行任務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閒置中，等待新指令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開啟新對話的方法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使用快捷鍵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Cmd+N (macOS)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Ctrl+N (Windows/Linux)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05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3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點擊按鈕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「+ Start conversation」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在左側邊欄或 Inbox 上方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選擇工作區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Workspace 下拉選單</a:t>
            </a:r>
            <a:endParaRPr lang="en-US" sz="1400" dirty="0"/>
          </a:p>
        </p:txBody>
      </p:sp>
      <p:pic>
        <p:nvPicPr>
          <p:cNvPr id="5" name="Image 0" descr="/sessions/modest-epic-mccarthy/mnt/antigravity/ch04/04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984" y="1097280"/>
            <a:ext cx="6340033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開啟新工作區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Finder 對話框，選擇或建立工作區資料夾</a:t>
            </a:r>
            <a:endParaRPr lang="en-US" sz="1400" dirty="0"/>
          </a:p>
        </p:txBody>
      </p:sp>
      <p:pic>
        <p:nvPicPr>
          <p:cNvPr id="5" name="Image 0" descr="/sessions/modest-epic-mccarthy/mnt/antigravity/ch04/04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830" y="1097280"/>
            <a:ext cx="6300339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實戰：三個 Agent 分工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1097280"/>
            <a:ext cx="731520" cy="7315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前端開發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HTML/CSS/JavaScript 介面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9144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097280"/>
            <a:ext cx="731520" cy="731520"/>
          </a:xfrm>
          <a:prstGeom prst="rect">
            <a:avLst/>
          </a:prstGeom>
          <a:solidFill>
            <a:srgbClr val="5436DA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74904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資料管理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資料結構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9144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0" y="1097280"/>
            <a:ext cx="731520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8368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整合測試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Subagent 測試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步驟一：建立工作區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開啟新工作區時會顯示信任對話框</a:t>
            </a:r>
            <a:endParaRPr lang="en-US" sz="1400" dirty="0"/>
          </a:p>
        </p:txBody>
      </p:sp>
      <p:pic>
        <p:nvPicPr>
          <p:cNvPr id="5" name="Image 0" descr="/sessions/modest-epic-mccarthy/mnt/antigravity/ch04/04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88720"/>
            <a:ext cx="6400800" cy="29075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步驟二：Agent A 前端需求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複製以下提示詞輸入到 Agent 對話中：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請幫我建立一個個人記帳應用的前端介面，需求如下：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功能需求：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可以新增支出記錄（金額、類別、備註、日期）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類別包含：飲食、交通、娛樂、購物、其他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顯示支出列表，可以刪除記錄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顯示本月總支出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技術要求：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使用純 HTML、CSS、JavaScript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現代化的卡片式設計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響應式佈局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請先只建立 UI 介面，資料管理的部分之後會有另一個 Agent 處理。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輸入前端開發需求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選擇 Planning 模式和 Gemini 3 Flash</a:t>
            </a:r>
            <a:endParaRPr lang="en-US" sz="1400" dirty="0"/>
          </a:p>
        </p:txBody>
      </p:sp>
      <p:pic>
        <p:nvPicPr>
          <p:cNvPr id="5" name="Image 0" descr="/sessions/modest-epic-mccarthy/mnt/antigravity/ch04/04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8252" y="1097280"/>
            <a:ext cx="530749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步驟三：建立第二個 Agent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在第一個 Agent 工作時，點擊開啟新對話</a:t>
            </a:r>
            <a:endParaRPr lang="en-US" sz="1400" dirty="0"/>
          </a:p>
        </p:txBody>
      </p:sp>
      <p:pic>
        <p:nvPicPr>
          <p:cNvPr id="5" name="Image 0" descr="/sessions/modest-epic-mccarthy/mnt/antigravity/ch04/04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280160"/>
            <a:ext cx="5486400" cy="21671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B 資料管理需求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複製以下提示詞輸入到 Agent 對話中：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請幫我設計一個記帳應用的資料管理模組，需求如下：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資料結構：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每筆支出記錄包含：id、金額(amount)、類別(category)、備註(note)、日期(date)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使用 localStorage 儲存資料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需要實作的函數：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addExpense(expense) - 新增支出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deleteExpense(id) - 刪除支出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getExpenses() - 取得所有支出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getMonthlyTotal() - 取得本月總支出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getExpensesByCategory() - 依類別統計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請建立一個獨立的 data.js 檔案，只處理資料邏輯，不要處理 UI。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輸入資料管理需求</a:t>
            </a:r>
            <a:endParaRPr lang="en-US" sz="2400" dirty="0"/>
          </a:p>
        </p:txBody>
      </p:sp>
      <p:pic>
        <p:nvPicPr>
          <p:cNvPr id="4" name="Image 0" descr="/sessions/modest-epic-mccarthy/mnt/antigravity/ch04/04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2639" y="1005840"/>
            <a:ext cx="6118723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步驟四：觀察同時運行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顯示兩個 Agent 同時 Running</a:t>
            </a:r>
            <a:endParaRPr lang="en-US" sz="1400" dirty="0"/>
          </a:p>
        </p:txBody>
      </p:sp>
      <p:pic>
        <p:nvPicPr>
          <p:cNvPr id="5" name="Image 0" descr="/sessions/modest-epic-mccarthy/mnt/antigravity/ch04/04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210" y="1097280"/>
            <a:ext cx="6273579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步驟五：前端 Agent 完成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狀態變成 Idle，顯示完成摘要</a:t>
            </a:r>
            <a:endParaRPr lang="en-US" sz="1400" dirty="0"/>
          </a:p>
        </p:txBody>
      </p:sp>
      <p:pic>
        <p:nvPicPr>
          <p:cNvPr id="5" name="Image 0" descr="/sessions/modest-epic-mccarthy/mnt/antigravity/ch04/04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2272" y="1097280"/>
            <a:ext cx="4839457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步驟六：查看展開內容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展開對話顯示開發重點和檔案路徑</a:t>
            </a:r>
            <a:endParaRPr lang="en-US" sz="1400" dirty="0"/>
          </a:p>
        </p:txBody>
      </p:sp>
      <p:pic>
        <p:nvPicPr>
          <p:cNvPr id="5" name="Image 0" descr="/sessions/modest-epic-mccarthy/mnt/antigravity/ch04/04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0677" y="1097280"/>
            <a:ext cx="496264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步驟七：完整介面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右側為 Walkthrough 面板</a:t>
            </a:r>
            <a:endParaRPr lang="en-US" sz="1400" dirty="0"/>
          </a:p>
        </p:txBody>
      </p:sp>
      <p:pic>
        <p:nvPicPr>
          <p:cNvPr id="5" name="Image 0" descr="/sessions/modest-epic-mccarthy/mnt/antigravity/ch04/04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659" y="1097280"/>
            <a:ext cx="6692681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步驟八：資料模組驗證頁面</a:t>
            </a:r>
            <a:endParaRPr lang="en-US" sz="2400" dirty="0"/>
          </a:p>
        </p:txBody>
      </p:sp>
      <p:pic>
        <p:nvPicPr>
          <p:cNvPr id="4" name="Image 0" descr="/sessions/modest-epic-mccarthy/mnt/antigravity/ch04/04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329" y="1005840"/>
            <a:ext cx="7187341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步驟九：權限確認機制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needs permission to act on</a:t>
            </a:r>
            <a:endParaRPr lang="en-US" sz="1400" dirty="0"/>
          </a:p>
        </p:txBody>
      </p:sp>
      <p:pic>
        <p:nvPicPr>
          <p:cNvPr id="5" name="Image 0" descr="/sessions/modest-epic-mccarthy/mnt/antigravity/ch04/04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3519" y="1097280"/>
            <a:ext cx="4256962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步驟十：Agent C 整合測試需求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複製以下提示詞輸入到 Agent 對話中：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請幫我：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檢查這些檔案是否正確整合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確保 app.js 有正確引用 data.js 的函數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使用 Browser Subagent 測試以下功能：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新增一筆支出記錄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確認列表有顯示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確認本月總支出有更新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刪除該記錄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確認列表已清空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輸入整合測試需求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整合測試 Agent 的需求輸入畫面</a:t>
            </a:r>
            <a:endParaRPr lang="en-US" sz="1400" dirty="0"/>
          </a:p>
        </p:txBody>
      </p:sp>
      <p:pic>
        <p:nvPicPr>
          <p:cNvPr id="5" name="Image 0" descr="/sessions/modest-epic-mccarthy/mnt/antigravity/ch04/04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820" y="1097280"/>
            <a:ext cx="608836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 Agent 同時運行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其中一個需要權限確認</a:t>
            </a:r>
            <a:endParaRPr lang="en-US" sz="1400" dirty="0"/>
          </a:p>
        </p:txBody>
      </p:sp>
      <p:pic>
        <p:nvPicPr>
          <p:cNvPr id="5" name="Image 0" descr="/sessions/modest-epic-mccarthy/mnt/antigravity/ch04/04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1111" y="1097280"/>
            <a:ext cx="3861779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權限選項說明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34747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05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逐一審查每個操作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3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自動允許該類型的操作</a:t>
            </a:r>
            <a:endParaRPr lang="en-US" sz="1200" dirty="0"/>
          </a:p>
        </p:txBody>
      </p:sp>
      <p:pic>
        <p:nvPicPr>
          <p:cNvPr id="9" name="Image 0" descr="/sessions/modest-epic-mccarthy/mnt/antigravity/ch04/04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097280"/>
            <a:ext cx="3200400" cy="162687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0" y="3373755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徽章顯示運行中的數量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和 Run 操作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對話項目顯示快捷操作按鈕</a:t>
            </a:r>
            <a:endParaRPr lang="en-US" sz="1400" dirty="0"/>
          </a:p>
        </p:txBody>
      </p:sp>
      <p:pic>
        <p:nvPicPr>
          <p:cNvPr id="5" name="Image 0" descr="/sessions/modest-epic-mccarthy/mnt/antigravity/ch04/04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2557" y="1097280"/>
            <a:ext cx="355888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對話狀態一覽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三個對話的 Running/Idle 狀態</a:t>
            </a:r>
            <a:endParaRPr lang="en-US" sz="1400" dirty="0"/>
          </a:p>
        </p:txBody>
      </p:sp>
      <p:pic>
        <p:nvPicPr>
          <p:cNvPr id="5" name="Image 0" descr="/sessions/modest-epic-mccarthy/mnt/antigravity/ch04/04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5875" y="1097280"/>
            <a:ext cx="4172249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記帳應用介面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本月總支出和新增表單</a:t>
            </a:r>
            <a:endParaRPr lang="en-US" sz="1400" dirty="0"/>
          </a:p>
        </p:txBody>
      </p:sp>
      <p:pic>
        <p:nvPicPr>
          <p:cNvPr id="5" name="Image 0" descr="/sessions/modest-epic-mccarthy/mnt/antigravity/ch04/04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3818" y="1097280"/>
            <a:ext cx="3116363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確認執行測試步驟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顯示要執行的 JavaScript 程式碼</a:t>
            </a:r>
            <a:endParaRPr lang="en-US" sz="1400" dirty="0"/>
          </a:p>
        </p:txBody>
      </p:sp>
      <p:pic>
        <p:nvPicPr>
          <p:cNvPr id="5" name="Image 0" descr="/sessions/modest-epic-mccarthy/mnt/antigravity/ch04/04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4542" y="1097280"/>
            <a:ext cx="439491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 Fill Record 操作</a:t>
            </a:r>
            <a:endParaRPr lang="en-US" sz="2400" dirty="0"/>
          </a:p>
        </p:txBody>
      </p:sp>
      <p:pic>
        <p:nvPicPr>
          <p:cNvPr id="4" name="Image 0" descr="/sessions/modest-epic-mccarthy/mnt/antigravity/ch04/04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8613" y="1005840"/>
            <a:ext cx="6026774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Subagent 載入中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「Agent is using the Browser」載入畫面</a:t>
            </a:r>
            <a:endParaRPr lang="en-US" sz="1400" dirty="0"/>
          </a:p>
        </p:txBody>
      </p:sp>
      <p:pic>
        <p:nvPicPr>
          <p:cNvPr id="5" name="Image 0" descr="/sessions/modest-epic-mccarthy/mnt/antigravity/ch04/04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2265" y="1097280"/>
            <a:ext cx="347947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填入表單資料測試</a:t>
            </a:r>
            <a:endParaRPr lang="en-US" sz="2400" dirty="0"/>
          </a:p>
        </p:txBody>
      </p:sp>
      <p:pic>
        <p:nvPicPr>
          <p:cNvPr id="4" name="Image 0" descr="/sessions/modest-epic-mccarthy/mnt/antigravity/ch04/04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6098" y="1005840"/>
            <a:ext cx="4491803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任務清單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右側面板顯示整合測試進度</a:t>
            </a:r>
            <a:endParaRPr lang="en-US" sz="1400" dirty="0"/>
          </a:p>
        </p:txBody>
      </p:sp>
      <p:pic>
        <p:nvPicPr>
          <p:cNvPr id="5" name="Image 0" descr="/sessions/modest-epic-mccarthy/mnt/antigravity/ch04/04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1029" y="1097280"/>
            <a:ext cx="5781942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任務清單內容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914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整合分析與計劃建立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執行檔案整合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修復測試環境相容性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560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2560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功能驗證與測試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撰寫 Walkthrough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發現檔案需要整合並提出計畫</a:t>
            </a:r>
            <a:endParaRPr lang="en-US" sz="1400" dirty="0"/>
          </a:p>
        </p:txBody>
      </p:sp>
      <p:pic>
        <p:nvPicPr>
          <p:cNvPr id="5" name="Image 0" descr="/sessions/modest-epic-mccarthy/mnt/antigravity/ch04/04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1097280"/>
            <a:ext cx="5705856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整合計畫內容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457200" cy="457200"/>
          </a:xfrm>
          <a:prstGeom prst="rect">
            <a:avLst/>
          </a:prstGeom>
          <a:solidFill>
            <a:srgbClr val="5436D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 data.js 與 UI 介面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1645920"/>
            <a:ext cx="457200" cy="457200"/>
          </a:xfrm>
          <a:prstGeom prst="rect">
            <a:avLst/>
          </a:prstGeom>
          <a:solidFill>
            <a:srgbClr val="5436D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將 script.js 重命名為 app.js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2377440"/>
            <a:ext cx="457200" cy="457200"/>
          </a:xfrm>
          <a:prstGeom prst="rect">
            <a:avLst/>
          </a:prstGeom>
          <a:solidFill>
            <a:srgbClr val="5436DA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將 UI 邏輯與資料持久化邏輯結合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新增第二筆記錄</a:t>
            </a:r>
            <a:endParaRPr lang="en-US" sz="2400" dirty="0"/>
          </a:p>
        </p:txBody>
      </p:sp>
      <p:pic>
        <p:nvPicPr>
          <p:cNvPr id="4" name="Image 0" descr="/sessions/modest-epic-mccarthy/mnt/antigravity/ch04/04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4838" y="1188720"/>
            <a:ext cx="4194324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應用程式狀態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本月總支出和支出清單</a:t>
            </a:r>
            <a:endParaRPr lang="en-US" sz="1400" dirty="0"/>
          </a:p>
        </p:txBody>
      </p:sp>
      <p:pic>
        <p:nvPicPr>
          <p:cNvPr id="5" name="Image 0" descr="/sessions/modest-epic-mccarthy/mnt/antigravity/ch04/04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3560" y="1097280"/>
            <a:ext cx="3356881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URL in Browser</a:t>
            </a:r>
            <a:endParaRPr lang="en-US" sz="2400" dirty="0"/>
          </a:p>
        </p:txBody>
      </p:sp>
      <p:pic>
        <p:nvPicPr>
          <p:cNvPr id="4" name="Image 0" descr="/sessions/modest-epic-mccarthy/mnt/antigravity/ch04/04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9315" y="1097280"/>
            <a:ext cx="2965371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權限選項說明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0" y="914400"/>
            <a:ext cx="54864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914400"/>
            <a:ext cx="91440" cy="502920"/>
          </a:xfrm>
          <a:prstGeom prst="rect">
            <a:avLst/>
          </a:prstGeom>
          <a:solidFill>
            <a:srgbClr val="6B5B4F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914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設定權限規則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1554480"/>
            <a:ext cx="54864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0" y="1554480"/>
            <a:ext cx="91440" cy="5029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1554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拒絕這次請求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0" y="2194560"/>
            <a:ext cx="54864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0" y="2194560"/>
            <a:ext cx="91440" cy="502920"/>
          </a:xfrm>
          <a:prstGeom prst="rect">
            <a:avLst/>
          </a:prstGeom>
          <a:solidFill>
            <a:srgbClr val="5436DA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2194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Once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僅允許這次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0" y="2834640"/>
            <a:ext cx="54864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0" y="2834640"/>
            <a:ext cx="91440" cy="5029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2834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Allow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2834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永久允許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資料模組驗證測試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 localStorage 操作</a:t>
            </a:r>
            <a:endParaRPr lang="en-US" sz="1400" dirty="0"/>
          </a:p>
        </p:txBody>
      </p:sp>
      <p:pic>
        <p:nvPicPr>
          <p:cNvPr id="5" name="Image 0" descr="/sessions/modest-epic-mccarthy/mnt/antigravity/ch04/04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184" y="1097280"/>
            <a:ext cx="5655632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執行終端指令確認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顯示詳細的指令內容（如 rm 指令）</a:t>
            </a:r>
            <a:endParaRPr lang="en-US" sz="1400" dirty="0"/>
          </a:p>
        </p:txBody>
      </p:sp>
      <p:pic>
        <p:nvPicPr>
          <p:cNvPr id="5" name="Image 0" descr="/sessions/modest-epic-mccarthy/mnt/antigravity/ch04/04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6452" y="1280160"/>
            <a:ext cx="5211097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資料管理模組完成報告</a:t>
            </a:r>
            <a:endParaRPr lang="en-US" sz="2400" dirty="0"/>
          </a:p>
        </p:txBody>
      </p:sp>
      <p:pic>
        <p:nvPicPr>
          <p:cNvPr id="4" name="Image 0" descr="/sessions/modest-epic-mccarthy/mnt/antigravity/ch04/04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7762" y="1097280"/>
            <a:ext cx="404847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報告內容摘要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已完成資料管理模組 data.js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addExpense() - 新增支出並自動生成 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deleteExpense(id) - 依 ID 刪除紀錄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getExpenses() - 獲取所有紀錄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getMonthlyTotal() - 自動計算本月總支出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getExpensesByCategory() - 依類別統計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所有資料都持久化儲存在 localStorage 中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 Agent 全部完成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所有對話狀態變成 Idle</a:t>
            </a:r>
            <a:endParaRPr lang="en-US" sz="1400" dirty="0"/>
          </a:p>
        </p:txBody>
      </p:sp>
      <p:pic>
        <p:nvPicPr>
          <p:cNvPr id="5" name="Image 0" descr="/sessions/modest-epic-mccarthy/mnt/antigravity/ch04/04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109728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整合測試完成報告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45720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檔案整合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234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已將 data.js 的邏輯注入 UI，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並將 script.js 更名為 app.js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環境優化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1488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解決 file:// 協定下的 CORS 限制，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調整為傳統 script 標籤載入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743200"/>
            <a:ext cx="45720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驗證成功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063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 Browser Subagent 測試，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確認所有功能均正確運作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本章學習重點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411480" cy="4114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Cmd+E 切換視圖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411480" cy="4114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對話狀態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/ Idle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411480" cy="4114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新對話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Cmd+N 建立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914400"/>
            <a:ext cx="411480" cy="411480"/>
          </a:xfrm>
          <a:prstGeom prst="rect">
            <a:avLst/>
          </a:prstGeom>
          <a:solidFill>
            <a:srgbClr val="5436DA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914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權限管理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/ Always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737360"/>
            <a:ext cx="411480" cy="411480"/>
          </a:xfrm>
          <a:prstGeom prst="rect">
            <a:avLst/>
          </a:prstGeom>
          <a:solidFill>
            <a:srgbClr val="5436D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Test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自動化測試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560320"/>
            <a:ext cx="411480" cy="411480"/>
          </a:xfrm>
          <a:prstGeom prst="rect">
            <a:avLst/>
          </a:prstGeom>
          <a:solidFill>
            <a:srgbClr val="5436DA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清單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追蹤進度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DFC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協作流程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23444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規劃專案分工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45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48840" y="109728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23444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40280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建立多個 Agent 對話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840480" y="109728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23444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31920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同時指派不同任務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780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532120" y="109728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89320" y="123444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23560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處理權限請求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223760" y="109728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0" y="123444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0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整合並測試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97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協作是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Antigravity 最強大的功能之一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善用這個功能，你可以像管理一個 AI 開發團隊一樣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同時推進多個任務，大幅提升開發效率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下一章預告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第五章：MCP 整合功能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5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學習如何連接外部服務和擴展 Agent 的能力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3474720"/>
            <a:ext cx="2743200" cy="73152"/>
          </a:xfrm>
          <a:prstGeom prst="rect">
            <a:avLst/>
          </a:prstGeom>
          <a:solidFill>
            <a:srgbClr val="D9775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第四章：Agent Manager 與多 Agent 協作</dc:title>
  <dc:subject>PptxGenJS Presentation</dc:subject>
  <dc:creator>Antigravity Tutorial</dc:creator>
  <cp:lastModifiedBy>Antigravity Tutorial</cp:lastModifiedBy>
  <cp:revision>1</cp:revision>
  <dcterms:created xsi:type="dcterms:W3CDTF">2026-01-27T17:46:17Z</dcterms:created>
  <dcterms:modified xsi:type="dcterms:W3CDTF">2026-01-27T17:46:17Z</dcterms:modified>
</cp:coreProperties>
</file>