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46304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</a:rPr>
              <a:t>第三章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第一個完整專案實戰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4F"/>
                </a:solidFill>
              </a:rPr>
              <a:t>使用 Antigravity 打造 Todo List 應用程式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專案目標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</a:rPr>
              <a:t>建立一個功能完整的 Todo List 網頁應用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新增事項 — 輸入文字後按 Enter 或點擊按鈕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標記狀態 — 點擊切換完成/未完成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刪除事項 — 移除不需要的項目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分類篩選 — 全部、待完成、已完成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28600" cy="228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本地儲存 — 使用 localStorage 保存資料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選擇 Planning Mode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Agent 側邊面板的下拉選單中選擇「Planning」模式</a:t>
            </a:r>
            <a:endParaRPr lang="en-US" sz="1300" dirty="0"/>
          </a:p>
        </p:txBody>
      </p:sp>
      <p:pic>
        <p:nvPicPr>
          <p:cNvPr id="6" name="Image 0" descr="/sessions/modest-epic-mccarthy/mnt/antigravity/ch03/03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943" y="1371600"/>
            <a:ext cx="3776114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3-1：Planning Mode 適合深度研究、複雜任務或協作工作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輸入專案需求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用自然語言描述完整的功能與技術需求</a:t>
            </a:r>
            <a:endParaRPr lang="en-US" sz="1300" dirty="0"/>
          </a:p>
        </p:txBody>
      </p:sp>
      <p:pic>
        <p:nvPicPr>
          <p:cNvPr id="6" name="Image 0" descr="/sessions/modest-epic-mccarthy/mnt/antigravity/ch03/03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823" y="1371600"/>
            <a:ext cx="2460355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3-2：在 Agent 側邊面板輸入 Todo List 專案的完整需求規格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Agent 開始規劃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送出需求後，Agent 會開始產生 Implementation Plan</a:t>
            </a:r>
            <a:endParaRPr lang="en-US" sz="1300" dirty="0"/>
          </a:p>
        </p:txBody>
      </p:sp>
      <p:pic>
        <p:nvPicPr>
          <p:cNvPr id="6" name="Image 0" descr="/sessions/modest-epic-mccarthy/mnt/antigravity/ch03/03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671" y="1371600"/>
            <a:ext cx="2024659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3-3：Agent 開始處理需求，顯示「Generating」狀態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查看進度更新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會顯示正在編輯的檔案和進度更新</a:t>
            </a:r>
            <a:endParaRPr lang="en-US" sz="1300" dirty="0"/>
          </a:p>
        </p:txBody>
      </p:sp>
      <p:pic>
        <p:nvPicPr>
          <p:cNvPr id="6" name="Image 0" descr="/sessions/modest-epic-mccarthy/mnt/antigravity/ch03/03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198" y="1371600"/>
            <a:ext cx="1893603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3-4：Progress Updates 和 Files Edited 面板顯示工作進度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 Implementation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 Implementation Plan 分頁查看詳細實作計畫</a:t>
            </a:r>
            <a:endParaRPr lang="en-US" sz="1300" dirty="0"/>
          </a:p>
        </p:txBody>
      </p:sp>
      <p:pic>
        <p:nvPicPr>
          <p:cNvPr id="6" name="Image 0" descr="/sessions/modest-epic-mccarthy/mnt/antigravity/ch03/03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876" y="1371600"/>
            <a:ext cx="3904247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3-5：Implementation Plan 包含核心功能、專案結構與實作步驟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查看完成的應用程式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完成程式碼後，在瀏覽器中開啟 index.html 查看成果</a:t>
            </a:r>
            <a:endParaRPr lang="en-US" sz="1300" dirty="0"/>
          </a:p>
        </p:txBody>
      </p:sp>
      <p:pic>
        <p:nvPicPr>
          <p:cNvPr id="6" name="Image 0" descr="/sessions/modest-epic-mccarthy/mnt/antigravity/ch03/03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533" y="1371600"/>
            <a:ext cx="3432934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3-6：Todo List 應用介面 — 現代化設計、漸層背景、卡片式容器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程式碼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自動產生的專案檔案</a:t>
            </a:r>
            <a:endParaRPr lang="en-US" sz="2400" dirty="0"/>
          </a:p>
        </p:txBody>
      </p:sp>
      <p:pic>
        <p:nvPicPr>
          <p:cNvPr id="5" name="Image 0" descr="/sessions/modest-epic-mccarthy/mnt/antigravity/ch03/03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37" y="1188720"/>
            <a:ext cx="3711686" cy="3108960"/>
          </a:xfrm>
          <a:prstGeom prst="rect">
            <a:avLst/>
          </a:prstGeom>
        </p:spPr>
      </p:pic>
      <p:pic>
        <p:nvPicPr>
          <p:cNvPr id="6" name="Image 1" descr="/sessions/modest-epic-mccarthy/mnt/antigravity/ch03/03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66" y="1188720"/>
            <a:ext cx="3781908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389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index.html — 頁面結構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0" y="4389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style.css — 樣式設計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Browser Subagent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自動操作瀏覽器，測試應用程式的各項功能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</a:rPr>
              <a:t>可以自動執行的測試任務：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檢查頁面標題是否正確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自動新增待辦事項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點擊項目標記為完成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切換篩選器測試分類功能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刪除項目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重新整理頁面確認資料保存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輸入測試指令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Agent 對話中輸入測試任務的 Goal</a:t>
            </a:r>
            <a:endParaRPr lang="en-US" sz="1300" dirty="0"/>
          </a:p>
        </p:txBody>
      </p:sp>
      <p:pic>
        <p:nvPicPr>
          <p:cNvPr id="6" name="Image 0" descr="/sessions/modest-epic-mccarthy/mnt/antigravity/ch03/03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921" y="1371600"/>
            <a:ext cx="1968158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3-9：Browser Subagent 測試任務，包含多個測試步驟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確認執行測試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 Confirm 按鈕允許 Browser Subagent 執行操作</a:t>
            </a:r>
            <a:endParaRPr lang="en-US" sz="1300" dirty="0"/>
          </a:p>
        </p:txBody>
      </p:sp>
      <p:pic>
        <p:nvPicPr>
          <p:cNvPr id="6" name="Image 0" descr="/sessions/modest-epic-mccarthy/mnt/antigravity/ch03/03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066" y="1371600"/>
            <a:ext cx="2343867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3-10：Browser Subagent 執行確認對話框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自動新增待辦事項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自動在輸入框中輸入並新增項目</a:t>
            </a:r>
            <a:endParaRPr lang="en-US" sz="1300" dirty="0"/>
          </a:p>
        </p:txBody>
      </p:sp>
      <p:pic>
        <p:nvPicPr>
          <p:cNvPr id="6" name="Image 0" descr="/sessions/modest-epic-mccarthy/mnt/antigravity/ch03/03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605" y="1371600"/>
            <a:ext cx="2742791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3-11：自動新增了「學習 Antigravity」和「寫程式」兩個待辦事項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自動標記為完成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點擊項目將其標記為完成狀態</a:t>
            </a:r>
            <a:endParaRPr lang="en-US" sz="1300" dirty="0"/>
          </a:p>
        </p:txBody>
      </p:sp>
      <p:pic>
        <p:nvPicPr>
          <p:cNvPr id="6" name="Image 0" descr="/sessions/modest-epic-mccarthy/mnt/antigravity/ch03/03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5819" y="1371600"/>
            <a:ext cx="3412363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3-12：「學習 Antigravity」已被標記為完成（顯示打勾和刪除線）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查看測試結果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測試完成後，Agent 回報測試結果</a:t>
            </a:r>
            <a:endParaRPr lang="en-US" sz="1300" dirty="0"/>
          </a:p>
        </p:txBody>
      </p:sp>
      <p:pic>
        <p:nvPicPr>
          <p:cNvPr id="6" name="Image 0" descr="/sessions/modest-epic-mccarthy/mnt/antigravity/ch03/03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0686" y="1371600"/>
            <a:ext cx="1742628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3-13：「測試任務已圓滿完成」— JavaScript 成功處理中文字元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Feedback（Click Feedback）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直接在截圖上點擊，告訴 Agent 你想修改哪裡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</a:rPr>
              <a:t>比用文字描述更直覺、更精確的修改方式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點擊截圖上想修改的區域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在彈出的輸入框中留下意見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Agent 會根據意見進行修改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查看修改後的結果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開啟 Click Feedback 介面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在 Artifacts 區域點擊 Agent 截取的應用程式截圖</a:t>
            </a:r>
            <a:endParaRPr lang="en-US" sz="1300" dirty="0"/>
          </a:p>
        </p:txBody>
      </p:sp>
      <p:pic>
        <p:nvPicPr>
          <p:cNvPr id="6" name="Image 0" descr="/sessions/modest-epic-mccarthy/mnt/antigravity/ch03/03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111" y="1371600"/>
            <a:ext cx="3745778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3-14：Click Feedback 介面，可直接點擊想修改的區域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點擊想修改的區域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點擊後會彈出「Leave a comment」輸入框</a:t>
            </a:r>
            <a:endParaRPr lang="en-US" sz="1300" dirty="0"/>
          </a:p>
        </p:txBody>
      </p:sp>
      <p:pic>
        <p:nvPicPr>
          <p:cNvPr id="6" name="Image 0" descr="/sessions/modest-epic-mccarthy/mnt/antigravity/ch03/03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7644" y="1371600"/>
            <a:ext cx="3348711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3-15：點擊新增按鈕區域後，顯示 Comment 輸入框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輸入修改意見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輸入你的修改需求，例如「這邊換個顏色」</a:t>
            </a:r>
            <a:endParaRPr lang="en-US" sz="1300" dirty="0"/>
          </a:p>
        </p:txBody>
      </p:sp>
      <p:pic>
        <p:nvPicPr>
          <p:cNvPr id="6" name="Image 0" descr="/sessions/modest-epic-mccarthy/mnt/antigravity/ch03/03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046" y="1371600"/>
            <a:ext cx="3287907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3-16：輸入「這邊換個顏色」然後點擊 Add Comment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Agent 處理回饋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理解你的意見並規劃修改方案</a:t>
            </a:r>
            <a:endParaRPr lang="en-US" sz="1300" dirty="0"/>
          </a:p>
        </p:txBody>
      </p:sp>
      <p:pic>
        <p:nvPicPr>
          <p:cNvPr id="6" name="Image 0" descr="/sessions/modest-epic-mccarthy/mnt/antigravity/ch03/03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548" y="1371600"/>
            <a:ext cx="1878664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556" y="1371600"/>
            <a:ext cx="2007129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3-17、3-18：Agent 回應將按鈕顏色改為橘黃色系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步驟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查看修改結果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更新 CSS 後，篩選按鈕變成了橘黃色</a:t>
            </a:r>
            <a:endParaRPr lang="en-US" sz="1300" dirty="0"/>
          </a:p>
        </p:txBody>
      </p:sp>
      <p:pic>
        <p:nvPicPr>
          <p:cNvPr id="6" name="Image 0" descr="/sessions/modest-epic-mccarthy/mnt/antigravity/ch03/03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820" y="1371600"/>
            <a:ext cx="483036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3-19：修改後的介面，篩選按鈕現在是橘黃色，更具視覺辨識度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進階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在 Implementation Plan 上留下意見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除了截圖，也可以在 Implementation Plan 上直接留下修改意見</a:t>
            </a:r>
            <a:endParaRPr lang="en-US" sz="1300" dirty="0"/>
          </a:p>
        </p:txBody>
      </p:sp>
      <p:pic>
        <p:nvPicPr>
          <p:cNvPr id="6" name="Image 0" descr="/sessions/modest-epic-mccarthy/mnt/antigravity/ch03/03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872" y="1371600"/>
            <a:ext cx="4182256" cy="1371600"/>
          </a:xfrm>
          <a:prstGeom prst="rect">
            <a:avLst/>
          </a:prstGeom>
        </p:spPr>
      </p:pic>
      <p:pic>
        <p:nvPicPr>
          <p:cNvPr id="7" name="Image 1" descr="/sessions/modest-epic-mccarthy/mnt/antigravity/ch03/03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08" y="2926080"/>
            <a:ext cx="3802185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3-20、3-21：點擊功能項目，輸入「使用框架而非純 JavaScript」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進階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新增統計功能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透過留下意見要求 Agent 新增統計區塊</a:t>
            </a:r>
            <a:endParaRPr lang="en-US" sz="1300" dirty="0"/>
          </a:p>
        </p:txBody>
      </p:sp>
      <p:pic>
        <p:nvPicPr>
          <p:cNvPr id="6" name="Image 0" descr="/sessions/modest-epic-mccarthy/mnt/antigravity/ch03/03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23360" cy="2770726"/>
          </a:xfrm>
          <a:prstGeom prst="rect">
            <a:avLst/>
          </a:prstGeom>
        </p:spPr>
      </p:pic>
      <p:pic>
        <p:nvPicPr>
          <p:cNvPr id="7" name="Image 1" descr="/sessions/modest-epic-mccarthy/mnt/antigravity/ch03/03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79" y="1371600"/>
            <a:ext cx="2415882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3-22、3-24：要求新增統計區塊，顯示全部/待完成/已完成數量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追蹤進度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 Task 任務清單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隨時查看 Task 面板，了解 Agent 的工作進度</a:t>
            </a:r>
            <a:endParaRPr lang="en-US" sz="1300" dirty="0"/>
          </a:p>
        </p:txBody>
      </p:sp>
      <p:pic>
        <p:nvPicPr>
          <p:cNvPr id="6" name="Image 0" descr="/sessions/modest-epic-mccarthy/mnt/antigravity/ch03/03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748" y="1371600"/>
            <a:ext cx="3682504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3-25：Task 清單顯示規劃與準備、核心功能實作、驗證與優化各階段進度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成果報告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查看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專案完成後，Agent 自動產生詳細的成果報告</a:t>
            </a:r>
            <a:endParaRPr lang="en-US" sz="1300" dirty="0"/>
          </a:p>
        </p:txBody>
      </p:sp>
      <p:pic>
        <p:nvPicPr>
          <p:cNvPr id="6" name="Image 0" descr="/sessions/modest-epic-mccarthy/mnt/antigravity/ch03/03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95" y="1371600"/>
            <a:ext cx="3493971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060" y="1371600"/>
            <a:ext cx="3680121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3-26、3-27：Walkthrough 包含實作功能清單和測試驗證證明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手動測試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新增待辦事項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輸入「買牛奶」然後點擊「新增」按鈕</a:t>
            </a:r>
            <a:endParaRPr lang="en-US" sz="1300" dirty="0"/>
          </a:p>
        </p:txBody>
      </p:sp>
      <p:pic>
        <p:nvPicPr>
          <p:cNvPr id="6" name="Image 0" descr="/sessions/modest-epic-mccarthy/mnt/antigravity/ch03/03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23360" cy="3001427"/>
          </a:xfrm>
          <a:prstGeom prst="rect">
            <a:avLst/>
          </a:prstGeom>
        </p:spPr>
      </p:pic>
      <p:pic>
        <p:nvPicPr>
          <p:cNvPr id="7" name="Image 1" descr="/sessions/modest-epic-mccarthy/mnt/antigravity/ch03/03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79" y="1371600"/>
            <a:ext cx="3301681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3-28、3-29：輸入文字後點擊新增，項目出現在待辦清單中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手動測試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標記為完成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點擊項目將其標記為完成（顯示綠色打勾和刪除線）</a:t>
            </a:r>
            <a:endParaRPr lang="en-US" sz="1300" dirty="0"/>
          </a:p>
        </p:txBody>
      </p:sp>
      <p:pic>
        <p:nvPicPr>
          <p:cNvPr id="6" name="Image 0" descr="/sessions/modest-epic-mccarthy/mnt/antigravity/ch03/03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980" y="1371600"/>
            <a:ext cx="3361801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089" y="1371600"/>
            <a:ext cx="2412063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3-30、3-31：標記完成後繼續新增更多項目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手動測試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篩選功能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點擊篩選標籤切換顯示「待完成」或「已完成」項目</a:t>
            </a:r>
            <a:endParaRPr lang="en-US" sz="1300" dirty="0"/>
          </a:p>
        </p:txBody>
      </p:sp>
      <p:pic>
        <p:nvPicPr>
          <p:cNvPr id="6" name="Image 0" descr="/sessions/modest-epic-mccarthy/mnt/antigravity/ch03/03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22" y="1371600"/>
            <a:ext cx="2761315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914" y="1371600"/>
            <a:ext cx="3300413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3-32、3-33：篩選「待完成」和「已完成」的不同顯示結果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進階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使用 Agent 進行完整測試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請 Agent 執行更複雜的測試流程</a:t>
            </a:r>
            <a:endParaRPr lang="en-US" sz="1300" dirty="0"/>
          </a:p>
        </p:txBody>
      </p:sp>
      <p:pic>
        <p:nvPicPr>
          <p:cNvPr id="6" name="Image 0" descr="/sessions/modest-epic-mccarthy/mnt/antigravity/ch03/03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53" y="1371600"/>
            <a:ext cx="3619254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3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59" y="1371600"/>
            <a:ext cx="1682923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3-34、3-35：輸入測試指令，Browser Subagent 開始執行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進階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觀看自動化測試過程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Browser Subagent 自動執行每個測試步驟</a:t>
            </a:r>
            <a:endParaRPr lang="en-US" sz="1300" dirty="0"/>
          </a:p>
        </p:txBody>
      </p:sp>
      <p:pic>
        <p:nvPicPr>
          <p:cNvPr id="6" name="Image 0" descr="/sessions/modest-epic-mccarthy/mnt/antigravity/ch03/03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322" y="1371600"/>
            <a:ext cx="2217117" cy="3017520"/>
          </a:xfrm>
          <a:prstGeom prst="rect">
            <a:avLst/>
          </a:prstGeom>
        </p:spPr>
      </p:pic>
      <p:pic>
        <p:nvPicPr>
          <p:cNvPr id="7" name="Image 1" descr="/sessions/modest-epic-mccarthy/mnt/antigravity/ch03/033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05058"/>
            <a:ext cx="4023360" cy="23506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3-36、3-37：自動新增項目、點擊標記、切換篩選器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完成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測試完成的最終成果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所有測試步驟執行完畢，應用程式運作正常</a:t>
            </a:r>
            <a:endParaRPr lang="en-US" sz="1300" dirty="0"/>
          </a:p>
        </p:txBody>
      </p:sp>
      <p:pic>
        <p:nvPicPr>
          <p:cNvPr id="6" name="Image 0" descr="/sessions/modest-epic-mccarthy/mnt/antigravity/ch03/03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5421" y="1371600"/>
            <a:ext cx="3453158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3-38：完整測試後的 Todo List，統計區塊顯示正確數據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完成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91640" y="274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專案圓滿完成！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</a:rPr>
              <a:t>Agent 回報：「目前專案運作非常完美，恭喜您完成了第一個完整專案實戰！」</a:t>
            </a:r>
            <a:endParaRPr lang="en-US" sz="1300" dirty="0"/>
          </a:p>
        </p:txBody>
      </p:sp>
      <p:pic>
        <p:nvPicPr>
          <p:cNvPr id="6" name="Image 0" descr="/sessions/modest-epic-mccarthy/mnt/antigravity/ch03/03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252" y="1371600"/>
            <a:ext cx="2747496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F"/>
                </a:solidFill>
              </a:rPr>
              <a:t>圖 3-40：恭喜完成第一個完整專案！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本章小結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Planning 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使用規劃模式讓 Agent 先思考再行動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25880"/>
            <a:ext cx="320040" cy="320040"/>
          </a:xfrm>
          <a:prstGeom prst="ellipse">
            <a:avLst/>
          </a:prstGeom>
          <a:solidFill>
            <a:srgbClr val="5436D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Implementation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查看詳細的實作計畫與專案結構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Browser Subagent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自動操作瀏覽器測試各項功能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606040"/>
            <a:ext cx="320040" cy="3200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在截圖上點擊留下修改意見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468880"/>
            <a:ext cx="26517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606040"/>
            <a:ext cx="320040" cy="320040"/>
          </a:xfrm>
          <a:prstGeom prst="ellipse">
            <a:avLst/>
          </a:prstGeom>
          <a:solidFill>
            <a:srgbClr val="5436D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Task + Walkthrough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F"/>
                </a:solidFill>
              </a:rPr>
              <a:t>追蹤進度與查看專案成果報告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4008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下一章：進階功能與多 Agent 協作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第三章：第一個完整專案實戰</dc:title>
  <dc:subject>PptxGenJS Presentation</dc:subject>
  <dc:creator>Antigravity Book</dc:creator>
  <cp:lastModifiedBy>Antigravity Book</cp:lastModifiedBy>
  <cp:revision>1</cp:revision>
  <dcterms:created xsi:type="dcterms:W3CDTF">2026-01-27T15:47:51Z</dcterms:created>
  <dcterms:modified xsi:type="dcterms:W3CDTF">2026-01-27T15:47:51Z</dcterms:modified>
</cp:coreProperties>
</file>